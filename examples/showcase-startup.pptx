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5"/>
  </p:sldMasterIdLst>
  <p:notesMasterIdLst>
    <p:notesMasterId r:id="rId6"/>
  </p:notesMasterIdLst>
  <p:sldIdLst>
    <p:sldId id="256" r:id="rId39"/>
    <p:sldId id="257" r:id="rId40"/>
    <p:sldId id="258" r:id="rId41"/>
    <p:sldId id="259" r:id="rId42"/>
    <p:sldId id="260" r:id="rId43"/>
    <p:sldId id="261" r:id="rId44"/>
    <p:sldId id="262" r:id="rId45"/>
    <p:sldId id="263" r:id="rId46"/>
    <p:sldId id="264" r:id="rId47"/>
    <p:sldId id="265" r:id="rId48"/>
  </p:sldIdLst>
  <p:sldSz cy="5143500" cx="9144000"/>
  <p:notesSz cx="6858000" cy="9144000"/>
  <p:embeddedFontLst>
    <p:embeddedFont>
      <p:font typeface="DM Sans Medium"/>
      <p:regular r:id="rId104"/>
      <p:bold r:id="rId105"/>
      <p:italic r:id="rId106"/>
      <p:boldItalic r:id="rId107"/>
    </p:embeddedFont>
    <p:embeddedFont>
      <p:font typeface="Inter"/>
      <p:regular r:id="rId108"/>
      <p:bold r:id="rId109"/>
      <p:italic r:id="rId110"/>
      <p:boldItalic r:id="rId111"/>
    </p:embeddedFont>
    <p:embeddedFont>
      <p:font typeface="Urbanist SemiBold"/>
      <p:regular r:id="rId112"/>
      <p:bold r:id="rId113"/>
      <p:italic r:id="rId114"/>
      <p:boldItalic r:id="rId115"/>
    </p:embeddedFont>
    <p:embeddedFont>
      <p:font typeface="Urbanist Medium"/>
      <p:regular r:id="rId116"/>
      <p:bold r:id="rId117"/>
      <p:italic r:id="rId118"/>
      <p:boldItalic r:id="rId119"/>
    </p:embeddedFont>
    <p:embeddedFont>
      <p:font typeface="Urbanist"/>
      <p:regular r:id="rId120"/>
      <p:bold r:id="rId121"/>
      <p:italic r:id="rId122"/>
      <p:boldItalic r:id="rId123"/>
    </p:embeddedFont>
    <p:embeddedFont>
      <p:font typeface="Urbanist Black"/>
      <p:bold r:id="rId124"/>
      <p:boldItalic r:id="rId125"/>
    </p:embeddedFont>
    <p:embeddedFont>
      <p:font typeface="DM Sans SemiBold"/>
      <p:regular r:id="rId126"/>
      <p:bold r:id="rId127"/>
      <p:italic r:id="rId128"/>
      <p:boldItalic r:id="rId129"/>
    </p:embeddedFont>
    <p:embeddedFont>
      <p:font typeface="Urbanist ExtraBold"/>
      <p:bold r:id="rId130"/>
      <p:boldItalic r:id="rId131"/>
    </p:embeddedFont>
    <p:embeddedFont>
      <p:font typeface="DM Sans"/>
      <p:regular r:id="rId132"/>
      <p:bold r:id="rId133"/>
      <p:italic r:id="rId134"/>
      <p:boldItalic r:id="rId1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orient="horz" pos="936">
          <p15:clr>
            <a:srgbClr val="747775"/>
          </p15:clr>
        </p15:guide>
        <p15:guide id="4" orient="horz" pos="1975">
          <p15:clr>
            <a:srgbClr val="747775"/>
          </p15:clr>
        </p15:guide>
        <p15:guide id="5" orient="horz" pos="1674">
          <p15:clr>
            <a:srgbClr val="747775"/>
          </p15:clr>
        </p15:guide>
        <p15:guide id="6" orient="horz" pos="124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3EED57-D59B-46CD-A7A1-B7D263F0433E}">
  <a:tblStyle styleId="{9D3EED57-D59B-46CD-A7A1-B7D263F0433E}" styleName="Table_0">
    <a:wholeTbl>
      <a:tcTxStyle b="off" i="off">
        <a:font>
          <a:latin typeface="Inter"/>
          <a:ea typeface="Inter"/>
          <a:cs typeface="Inter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936" orient="horz"/>
        <p:guide pos="1975" orient="horz"/>
        <p:guide pos="1674" orient="horz"/>
        <p:guide pos="1242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9" Type="http://schemas.openxmlformats.org/officeDocument/2006/relationships/slide" Target="slides/slide1.xml"/><Relationship Id="rId40" Type="http://schemas.openxmlformats.org/officeDocument/2006/relationships/slide" Target="slides/slide2.xml"/><Relationship Id="rId41" Type="http://schemas.openxmlformats.org/officeDocument/2006/relationships/slide" Target="slides/slide3.xml"/><Relationship Id="rId42" Type="http://schemas.openxmlformats.org/officeDocument/2006/relationships/slide" Target="slides/slide4.xml"/><Relationship Id="rId43" Type="http://schemas.openxmlformats.org/officeDocument/2006/relationships/slide" Target="slides/slide5.xml"/><Relationship Id="rId44" Type="http://schemas.openxmlformats.org/officeDocument/2006/relationships/slide" Target="slides/slide6.xml"/><Relationship Id="rId45" Type="http://schemas.openxmlformats.org/officeDocument/2006/relationships/slide" Target="slides/slide7.xml"/><Relationship Id="rId46" Type="http://schemas.openxmlformats.org/officeDocument/2006/relationships/slide" Target="slides/slide8.xml"/><Relationship Id="rId47" Type="http://schemas.openxmlformats.org/officeDocument/2006/relationships/slide" Target="slides/slide9.xml"/><Relationship Id="rId48" Type="http://schemas.openxmlformats.org/officeDocument/2006/relationships/slide" Target="slides/slide10.xml"/><Relationship Id="rId104" Type="http://schemas.openxmlformats.org/officeDocument/2006/relationships/font" Target="fonts/DMSansMedium-regular.fntdata"/><Relationship Id="rId105" Type="http://schemas.openxmlformats.org/officeDocument/2006/relationships/font" Target="fonts/DMSansMedium-bold.fntdata"/><Relationship Id="rId106" Type="http://schemas.openxmlformats.org/officeDocument/2006/relationships/font" Target="fonts/DMSansMedium-italic.fntdata"/><Relationship Id="rId107" Type="http://schemas.openxmlformats.org/officeDocument/2006/relationships/font" Target="fonts/DMSansMedium-boldItalic.fntdata"/><Relationship Id="rId108" Type="http://schemas.openxmlformats.org/officeDocument/2006/relationships/font" Target="fonts/Inter-regular.fntdata"/><Relationship Id="rId109" Type="http://schemas.openxmlformats.org/officeDocument/2006/relationships/font" Target="fonts/Inter-bold.fntdata"/><Relationship Id="rId110" Type="http://schemas.openxmlformats.org/officeDocument/2006/relationships/font" Target="fonts/Inter-italic.fntdata"/><Relationship Id="rId111" Type="http://schemas.openxmlformats.org/officeDocument/2006/relationships/font" Target="fonts/Inter-boldItalic.fntdata"/><Relationship Id="rId112" Type="http://schemas.openxmlformats.org/officeDocument/2006/relationships/font" Target="fonts/UrbanistSemiBold-regular.fntdata"/><Relationship Id="rId113" Type="http://schemas.openxmlformats.org/officeDocument/2006/relationships/font" Target="fonts/UrbanistSemiBold-bold.fntdata"/><Relationship Id="rId114" Type="http://schemas.openxmlformats.org/officeDocument/2006/relationships/font" Target="fonts/UrbanistSemiBold-italic.fntdata"/><Relationship Id="rId115" Type="http://schemas.openxmlformats.org/officeDocument/2006/relationships/font" Target="fonts/UrbanistSemiBold-boldItalic.fntdata"/><Relationship Id="rId116" Type="http://schemas.openxmlformats.org/officeDocument/2006/relationships/font" Target="fonts/UrbanistMedium-regular.fntdata"/><Relationship Id="rId117" Type="http://schemas.openxmlformats.org/officeDocument/2006/relationships/font" Target="fonts/UrbanistMedium-bold.fntdata"/><Relationship Id="rId118" Type="http://schemas.openxmlformats.org/officeDocument/2006/relationships/font" Target="fonts/UrbanistMedium-italic.fntdata"/><Relationship Id="rId119" Type="http://schemas.openxmlformats.org/officeDocument/2006/relationships/font" Target="fonts/UrbanistMedium-boldItalic.fntdata"/><Relationship Id="rId120" Type="http://schemas.openxmlformats.org/officeDocument/2006/relationships/font" Target="fonts/Urbanist-regular.fntdata"/><Relationship Id="rId121" Type="http://schemas.openxmlformats.org/officeDocument/2006/relationships/font" Target="fonts/Urbanist-bold.fntdata"/><Relationship Id="rId122" Type="http://schemas.openxmlformats.org/officeDocument/2006/relationships/font" Target="fonts/Urbanist-italic.fntdata"/><Relationship Id="rId123" Type="http://schemas.openxmlformats.org/officeDocument/2006/relationships/font" Target="fonts/Urbanist-boldItalic.fntdata"/><Relationship Id="rId124" Type="http://schemas.openxmlformats.org/officeDocument/2006/relationships/font" Target="fonts/UrbanistBlack-bold.fntdata"/><Relationship Id="rId125" Type="http://schemas.openxmlformats.org/officeDocument/2006/relationships/font" Target="fonts/UrbanistBlack-boldItalic.fntdata"/><Relationship Id="rId126" Type="http://schemas.openxmlformats.org/officeDocument/2006/relationships/font" Target="fonts/DMSansSemiBold-regular.fntdata"/><Relationship Id="rId127" Type="http://schemas.openxmlformats.org/officeDocument/2006/relationships/font" Target="fonts/DMSansSemiBold-bold.fntdata"/><Relationship Id="rId128" Type="http://schemas.openxmlformats.org/officeDocument/2006/relationships/font" Target="fonts/DMSansSemiBold-italic.fntdata"/><Relationship Id="rId129" Type="http://schemas.openxmlformats.org/officeDocument/2006/relationships/font" Target="fonts/DMSansSemiBold-boldItalic.fntdata"/><Relationship Id="rId130" Type="http://schemas.openxmlformats.org/officeDocument/2006/relationships/font" Target="fonts/UrbanistExtraBold-bold.fntdata"/><Relationship Id="rId131" Type="http://schemas.openxmlformats.org/officeDocument/2006/relationships/font" Target="fonts/UrbanistExtraBold-boldItalic.fntdata"/><Relationship Id="rId132" Type="http://schemas.openxmlformats.org/officeDocument/2006/relationships/font" Target="fonts/DMSans-regular.fntdata"/><Relationship Id="rId133" Type="http://schemas.openxmlformats.org/officeDocument/2006/relationships/font" Target="fonts/DMSans-bold.fntdata"/><Relationship Id="rId134" Type="http://schemas.openxmlformats.org/officeDocument/2006/relationships/font" Target="fonts/DMSans-italic.fntdata"/><Relationship Id="rId135" Type="http://schemas.openxmlformats.org/officeDocument/2006/relationships/font" Target="fonts/DM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four_card: 0 discrete items, each self-contained.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content_table: 4 columns x 4 rows — tabular data needs a table.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roadmap: time-based plan with durations and milestones.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kpi_dashboard: 0 metrics in a scannable grid.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pros_cons: strengths vs risks evaluation for decision support.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big_stat: single hero metric commands attention.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Big numbers 3">
  <p:cSld name="CUSTOM_8_1_1_2">
    <p:bg>
      <p:bgPr>
        <a:solidFill>
          <a:schemeClr val="accent4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317550" y="266700"/>
            <a:ext cx="8438100" cy="16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Urbanist Black"/>
              <a:buNone/>
              <a:defRPr sz="4000">
                <a:solidFill>
                  <a:srgbClr val="000000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7348750" y="17415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2" type="subTitle"/>
          </p:nvPr>
        </p:nvSpPr>
        <p:spPr>
          <a:xfrm>
            <a:off x="17348750" y="18939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3" type="title"/>
          </p:nvPr>
        </p:nvSpPr>
        <p:spPr>
          <a:xfrm>
            <a:off x="317550" y="2096650"/>
            <a:ext cx="30162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4" type="subTitle"/>
          </p:nvPr>
        </p:nvSpPr>
        <p:spPr>
          <a:xfrm>
            <a:off x="317550" y="2253151"/>
            <a:ext cx="27690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0">
  <p:cSld name="CUSTOM_12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23225" y="3652725"/>
            <a:ext cx="1871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323225" y="3458925"/>
            <a:ext cx="18717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title"/>
          </p:nvPr>
        </p:nvSpPr>
        <p:spPr>
          <a:xfrm>
            <a:off x="323225" y="270000"/>
            <a:ext cx="59607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3" type="body"/>
          </p:nvPr>
        </p:nvSpPr>
        <p:spPr>
          <a:xfrm>
            <a:off x="2529877" y="3652750"/>
            <a:ext cx="1871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4" type="title"/>
          </p:nvPr>
        </p:nvSpPr>
        <p:spPr>
          <a:xfrm>
            <a:off x="2529875" y="3458950"/>
            <a:ext cx="18774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5" type="body"/>
          </p:nvPr>
        </p:nvSpPr>
        <p:spPr>
          <a:xfrm>
            <a:off x="4736527" y="3652725"/>
            <a:ext cx="1871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6" type="title"/>
          </p:nvPr>
        </p:nvSpPr>
        <p:spPr>
          <a:xfrm>
            <a:off x="4736525" y="3458925"/>
            <a:ext cx="18717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7" type="body"/>
          </p:nvPr>
        </p:nvSpPr>
        <p:spPr>
          <a:xfrm>
            <a:off x="6943177" y="3652750"/>
            <a:ext cx="1871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8" type="title"/>
          </p:nvPr>
        </p:nvSpPr>
        <p:spPr>
          <a:xfrm>
            <a:off x="6943175" y="3458950"/>
            <a:ext cx="18717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3"/>
          <p:cNvSpPr/>
          <p:nvPr>
            <p:ph idx="9" type="pic"/>
          </p:nvPr>
        </p:nvSpPr>
        <p:spPr>
          <a:xfrm>
            <a:off x="317550" y="1554138"/>
            <a:ext cx="1877400" cy="1767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7" name="Google Shape;27;p3"/>
          <p:cNvSpPr/>
          <p:nvPr>
            <p:ph idx="13" type="pic"/>
          </p:nvPr>
        </p:nvSpPr>
        <p:spPr>
          <a:xfrm>
            <a:off x="2524200" y="1554150"/>
            <a:ext cx="1877400" cy="1767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8" name="Google Shape;28;p3"/>
          <p:cNvSpPr/>
          <p:nvPr>
            <p:ph idx="14" type="pic"/>
          </p:nvPr>
        </p:nvSpPr>
        <p:spPr>
          <a:xfrm>
            <a:off x="4730850" y="1554138"/>
            <a:ext cx="1877400" cy="1767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9" name="Google Shape;29;p3"/>
          <p:cNvSpPr/>
          <p:nvPr>
            <p:ph idx="15" type="pic"/>
          </p:nvPr>
        </p:nvSpPr>
        <p:spPr>
          <a:xfrm>
            <a:off x="6937500" y="1554150"/>
            <a:ext cx="1877400" cy="1767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1" name="Google Shape;31;p3"/>
          <p:cNvSpPr txBox="1"/>
          <p:nvPr>
            <p:ph idx="16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2" name="Google Shape;32;p3"/>
          <p:cNvSpPr txBox="1"/>
          <p:nvPr>
            <p:ph idx="17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1">
  <p:cSld name="CUSTOM_15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322128" y="270000"/>
            <a:ext cx="86349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7" name="Google Shape;37;p4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8" name="Google Shape;38;p4"/>
          <p:cNvSpPr txBox="1"/>
          <p:nvPr>
            <p:ph idx="2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1">
  <p:cSld name="CUSTOM_4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>
            <p:ph idx="2" type="pic"/>
          </p:nvPr>
        </p:nvSpPr>
        <p:spPr>
          <a:xfrm>
            <a:off x="0" y="-75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330000" y="270000"/>
            <a:ext cx="8562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Urbanist ExtraBold"/>
              <a:buNone/>
              <a:defRPr sz="2300">
                <a:solidFill>
                  <a:schemeClr val="lt1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44" name="Google Shape;44;p5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 Medium"/>
              <a:buNone/>
              <a:defRPr sz="7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descr="Presentation title&#10;" id="45" name="Google Shape;45;p5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 Medium"/>
              <a:buNone/>
              <a:defRPr sz="7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2">
  <p:cSld name="CUSTOM_5">
    <p:bg>
      <p:bgPr>
        <a:solidFill>
          <a:schemeClr val="accent4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&#10;" id="48" name="Google Shape;48;p6"/>
          <p:cNvSpPr txBox="1"/>
          <p:nvPr>
            <p:ph idx="1" type="subTitle"/>
          </p:nvPr>
        </p:nvSpPr>
        <p:spPr>
          <a:xfrm>
            <a:off x="1968650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49" name="Google Shape;49;p6"/>
          <p:cNvSpPr txBox="1"/>
          <p:nvPr>
            <p:ph idx="2" type="subTitle"/>
          </p:nvPr>
        </p:nvSpPr>
        <p:spPr>
          <a:xfrm>
            <a:off x="4183825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8661407" y="22677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3">
  <p:cSld name="CUSTOM_6">
    <p:bg>
      <p:bgPr>
        <a:solidFill>
          <a:schemeClr val="accent4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/>
          <p:nvPr>
            <p:ph idx="2" type="pic"/>
          </p:nvPr>
        </p:nvSpPr>
        <p:spPr>
          <a:xfrm>
            <a:off x="0" y="32924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4" name="Google Shape;54;p7"/>
          <p:cNvSpPr txBox="1"/>
          <p:nvPr>
            <p:ph type="title"/>
          </p:nvPr>
        </p:nvSpPr>
        <p:spPr>
          <a:xfrm>
            <a:off x="330000" y="346200"/>
            <a:ext cx="4317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0"/>
              <a:buNone/>
              <a:defRPr b="1" sz="23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&#10;" id="55" name="Google Shape;55;p7"/>
          <p:cNvSpPr txBox="1"/>
          <p:nvPr>
            <p:ph idx="1" type="subTitle"/>
          </p:nvPr>
        </p:nvSpPr>
        <p:spPr>
          <a:xfrm>
            <a:off x="1968650" y="4741772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DM Sans Medium"/>
              <a:buNone/>
              <a:defRPr sz="800"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descr="Presentation title&#10;" id="56" name="Google Shape;56;p7"/>
          <p:cNvSpPr txBox="1"/>
          <p:nvPr>
            <p:ph idx="3" type="subTitle"/>
          </p:nvPr>
        </p:nvSpPr>
        <p:spPr>
          <a:xfrm>
            <a:off x="4183825" y="4741772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DM Sans Medium"/>
              <a:buNone/>
              <a:defRPr sz="800"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7" title="arrive-symbol-off-white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41224" y="1142575"/>
            <a:ext cx="2821775" cy="272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4">
  <p:cSld name="CUSTOM_3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>
            <p:ph idx="2" type="pic"/>
          </p:nvPr>
        </p:nvSpPr>
        <p:spPr>
          <a:xfrm>
            <a:off x="0" y="-50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62" name="Google Shape;62;p8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DM Sans Medium"/>
              <a:buNone/>
              <a:defRPr sz="800"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63" name="Google Shape;63;p8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800"/>
              <a:buFont typeface="DM Sans Medium"/>
              <a:buNone/>
              <a:defRPr sz="800">
                <a:solidFill>
                  <a:srgbClr val="FEFEFE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5">
  <p:cSld name="CUSTOM_3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>
            <p:ph idx="2" type="pic"/>
          </p:nvPr>
        </p:nvSpPr>
        <p:spPr>
          <a:xfrm>
            <a:off x="50" y="75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68" name="Google Shape;68;p9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69" name="Google Shape;69;p9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6">
  <p:cSld name="Title Slide ">
    <p:bg>
      <p:bgPr>
        <a:solidFill>
          <a:schemeClr val="accent4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/>
          <p:nvPr>
            <p:ph idx="2" type="pic"/>
          </p:nvPr>
        </p:nvSpPr>
        <p:spPr>
          <a:xfrm>
            <a:off x="0" y="-175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73" name="Google Shape;73;p10"/>
          <p:cNvSpPr txBox="1"/>
          <p:nvPr>
            <p:ph type="title"/>
          </p:nvPr>
        </p:nvSpPr>
        <p:spPr>
          <a:xfrm>
            <a:off x="314675" y="270838"/>
            <a:ext cx="4843200" cy="22386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A="0" stPos="0" sy="-100000" ky="0"/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5F016F"/>
              </a:buClr>
              <a:buSzPts val="6300"/>
              <a:buFont typeface="Urbanist ExtraBold"/>
              <a:buNone/>
              <a:defRPr sz="6300">
                <a:solidFill>
                  <a:srgbClr val="5F016F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" type="subTitle"/>
          </p:nvPr>
        </p:nvSpPr>
        <p:spPr>
          <a:xfrm>
            <a:off x="314675" y="4363777"/>
            <a:ext cx="32730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F016F"/>
              </a:buClr>
              <a:buSzPts val="1700"/>
              <a:buNone/>
              <a:defRPr sz="1700">
                <a:solidFill>
                  <a:srgbClr val="5F016F"/>
                </a:solidFill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7">
  <p:cSld name="CUSTOM">
    <p:bg>
      <p:bgPr>
        <a:solidFill>
          <a:srgbClr val="FFADE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/>
        </p:nvSpPr>
        <p:spPr>
          <a:xfrm>
            <a:off x="1812075" y="336850"/>
            <a:ext cx="6446700" cy="21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307249" y="921725"/>
            <a:ext cx="43473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F016F"/>
              </a:buClr>
              <a:buSzPts val="4000"/>
              <a:buFont typeface="Urbanist ExtraBold"/>
              <a:buNone/>
              <a:defRPr sz="4000">
                <a:solidFill>
                  <a:srgbClr val="5F016F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&#10;" id="79" name="Google Shape;79;p11"/>
          <p:cNvSpPr txBox="1"/>
          <p:nvPr>
            <p:ph idx="1" type="subTitle"/>
          </p:nvPr>
        </p:nvSpPr>
        <p:spPr>
          <a:xfrm>
            <a:off x="1968650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80" name="Google Shape;80;p11"/>
          <p:cNvSpPr txBox="1"/>
          <p:nvPr>
            <p:ph idx="2" type="subTitle"/>
          </p:nvPr>
        </p:nvSpPr>
        <p:spPr>
          <a:xfrm>
            <a:off x="4183825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8661407" y="22677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8">
  <p:cSld name="CUSTOM_2">
    <p:bg>
      <p:bgPr>
        <a:solidFill>
          <a:srgbClr val="FFADE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/>
        </p:nvSpPr>
        <p:spPr>
          <a:xfrm>
            <a:off x="1812075" y="336850"/>
            <a:ext cx="6446700" cy="21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2"/>
          <p:cNvSpPr txBox="1"/>
          <p:nvPr>
            <p:ph type="title"/>
          </p:nvPr>
        </p:nvSpPr>
        <p:spPr>
          <a:xfrm>
            <a:off x="307250" y="1329900"/>
            <a:ext cx="8506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F016F"/>
              </a:buClr>
              <a:buSzPts val="6300"/>
              <a:buFont typeface="Urbanist ExtraBold"/>
              <a:buNone/>
              <a:defRPr sz="6300">
                <a:solidFill>
                  <a:srgbClr val="5F016F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2"/>
          <p:cNvSpPr/>
          <p:nvPr>
            <p:ph idx="2" type="pic"/>
          </p:nvPr>
        </p:nvSpPr>
        <p:spPr>
          <a:xfrm>
            <a:off x="307254" y="2178600"/>
            <a:ext cx="8524800" cy="26052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descr="&#10;" id="87" name="Google Shape;87;p12"/>
          <p:cNvSpPr txBox="1"/>
          <p:nvPr>
            <p:ph idx="1" type="subTitle"/>
          </p:nvPr>
        </p:nvSpPr>
        <p:spPr>
          <a:xfrm>
            <a:off x="1968650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88" name="Google Shape;88;p12"/>
          <p:cNvSpPr txBox="1"/>
          <p:nvPr>
            <p:ph idx="3" type="subTitle"/>
          </p:nvPr>
        </p:nvSpPr>
        <p:spPr>
          <a:xfrm>
            <a:off x="4183825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8661407" y="22677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Table of Content 1">
  <p:cSld name="CUSTOM_7">
    <p:bg>
      <p:bgPr>
        <a:solidFill>
          <a:schemeClr val="accent4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title"/>
          </p:nvPr>
        </p:nvSpPr>
        <p:spPr>
          <a:xfrm>
            <a:off x="4670125" y="450987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93" name="Google Shape;93;p13"/>
          <p:cNvSpPr txBox="1"/>
          <p:nvPr>
            <p:ph idx="2" type="title"/>
          </p:nvPr>
        </p:nvSpPr>
        <p:spPr>
          <a:xfrm>
            <a:off x="4670125" y="1419712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94" name="Google Shape;94;p13"/>
          <p:cNvSpPr txBox="1"/>
          <p:nvPr>
            <p:ph idx="3" type="title"/>
          </p:nvPr>
        </p:nvSpPr>
        <p:spPr>
          <a:xfrm>
            <a:off x="4670125" y="2388437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95" name="Google Shape;95;p13"/>
          <p:cNvSpPr txBox="1"/>
          <p:nvPr>
            <p:ph idx="4" type="title"/>
          </p:nvPr>
        </p:nvSpPr>
        <p:spPr>
          <a:xfrm>
            <a:off x="4670125" y="3357162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6840000" y="775450"/>
            <a:ext cx="1912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6840000" y="1748684"/>
            <a:ext cx="1912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6" type="body"/>
          </p:nvPr>
        </p:nvSpPr>
        <p:spPr>
          <a:xfrm>
            <a:off x="6840000" y="2721905"/>
            <a:ext cx="1912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7" type="body"/>
          </p:nvPr>
        </p:nvSpPr>
        <p:spPr>
          <a:xfrm>
            <a:off x="6840000" y="3691777"/>
            <a:ext cx="1912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3"/>
          <p:cNvSpPr/>
          <p:nvPr>
            <p:ph idx="8" type="pic"/>
          </p:nvPr>
        </p:nvSpPr>
        <p:spPr>
          <a:xfrm>
            <a:off x="307254" y="361000"/>
            <a:ext cx="3605100" cy="37791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01" name="Google Shape;101;p13"/>
          <p:cNvSpPr txBox="1"/>
          <p:nvPr>
            <p:ph idx="9" type="title"/>
          </p:nvPr>
        </p:nvSpPr>
        <p:spPr>
          <a:xfrm>
            <a:off x="6840000" y="450987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02" name="Google Shape;102;p13"/>
          <p:cNvSpPr txBox="1"/>
          <p:nvPr>
            <p:ph idx="13" type="title"/>
          </p:nvPr>
        </p:nvSpPr>
        <p:spPr>
          <a:xfrm>
            <a:off x="6840000" y="14197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03" name="Google Shape;103;p13"/>
          <p:cNvSpPr txBox="1"/>
          <p:nvPr>
            <p:ph idx="14" type="title"/>
          </p:nvPr>
        </p:nvSpPr>
        <p:spPr>
          <a:xfrm>
            <a:off x="6840000" y="2391787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04" name="Google Shape;104;p13"/>
          <p:cNvSpPr txBox="1"/>
          <p:nvPr>
            <p:ph idx="15" type="title"/>
          </p:nvPr>
        </p:nvSpPr>
        <p:spPr>
          <a:xfrm>
            <a:off x="6840000" y="3363866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05" name="Google Shape;105;p13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06" name="Google Shape;106;p13"/>
          <p:cNvSpPr txBox="1"/>
          <p:nvPr>
            <p:ph idx="16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07" name="Google Shape;107;p13"/>
          <p:cNvSpPr txBox="1"/>
          <p:nvPr>
            <p:ph idx="17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Table of Content 2">
  <p:cSld name="CUSTOM_7_2">
    <p:bg>
      <p:bgPr>
        <a:solidFill>
          <a:schemeClr val="accent4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/>
          <p:nvPr>
            <p:ph type="title"/>
          </p:nvPr>
        </p:nvSpPr>
        <p:spPr>
          <a:xfrm>
            <a:off x="6806888" y="45277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1" name="Google Shape;111;p14"/>
          <p:cNvSpPr txBox="1"/>
          <p:nvPr>
            <p:ph idx="2" type="title"/>
          </p:nvPr>
        </p:nvSpPr>
        <p:spPr>
          <a:xfrm>
            <a:off x="4621338" y="45277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2" name="Google Shape;112;p14"/>
          <p:cNvSpPr txBox="1"/>
          <p:nvPr>
            <p:ph idx="3" type="title"/>
          </p:nvPr>
        </p:nvSpPr>
        <p:spPr>
          <a:xfrm>
            <a:off x="6806888" y="98072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3" name="Google Shape;113;p14"/>
          <p:cNvSpPr txBox="1"/>
          <p:nvPr>
            <p:ph idx="4" type="title"/>
          </p:nvPr>
        </p:nvSpPr>
        <p:spPr>
          <a:xfrm>
            <a:off x="4621338" y="98072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4" name="Google Shape;114;p14"/>
          <p:cNvSpPr txBox="1"/>
          <p:nvPr>
            <p:ph idx="5" type="title"/>
          </p:nvPr>
        </p:nvSpPr>
        <p:spPr>
          <a:xfrm>
            <a:off x="6806888" y="150867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5" name="Google Shape;115;p14"/>
          <p:cNvSpPr txBox="1"/>
          <p:nvPr>
            <p:ph idx="6" type="title"/>
          </p:nvPr>
        </p:nvSpPr>
        <p:spPr>
          <a:xfrm>
            <a:off x="4621338" y="150867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6" name="Google Shape;116;p14"/>
          <p:cNvSpPr txBox="1"/>
          <p:nvPr>
            <p:ph idx="7" type="title"/>
          </p:nvPr>
        </p:nvSpPr>
        <p:spPr>
          <a:xfrm>
            <a:off x="6806888" y="203662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7" name="Google Shape;117;p14"/>
          <p:cNvSpPr txBox="1"/>
          <p:nvPr>
            <p:ph idx="8" type="title"/>
          </p:nvPr>
        </p:nvSpPr>
        <p:spPr>
          <a:xfrm>
            <a:off x="4621338" y="203662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8" name="Google Shape;118;p14"/>
          <p:cNvSpPr txBox="1"/>
          <p:nvPr>
            <p:ph idx="9" type="title"/>
          </p:nvPr>
        </p:nvSpPr>
        <p:spPr>
          <a:xfrm>
            <a:off x="6806888" y="256457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9" name="Google Shape;119;p14"/>
          <p:cNvSpPr txBox="1"/>
          <p:nvPr>
            <p:ph idx="13" type="title"/>
          </p:nvPr>
        </p:nvSpPr>
        <p:spPr>
          <a:xfrm>
            <a:off x="4621338" y="256457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0" name="Google Shape;120;p14"/>
          <p:cNvSpPr txBox="1"/>
          <p:nvPr>
            <p:ph idx="14" type="title"/>
          </p:nvPr>
        </p:nvSpPr>
        <p:spPr>
          <a:xfrm>
            <a:off x="6806888" y="309252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1" name="Google Shape;121;p14"/>
          <p:cNvSpPr txBox="1"/>
          <p:nvPr>
            <p:ph idx="15" type="title"/>
          </p:nvPr>
        </p:nvSpPr>
        <p:spPr>
          <a:xfrm>
            <a:off x="4621338" y="309252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2" name="Google Shape;122;p14"/>
          <p:cNvSpPr txBox="1"/>
          <p:nvPr>
            <p:ph idx="16" type="title"/>
          </p:nvPr>
        </p:nvSpPr>
        <p:spPr>
          <a:xfrm>
            <a:off x="6806888" y="362047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3" name="Google Shape;123;p14"/>
          <p:cNvSpPr txBox="1"/>
          <p:nvPr>
            <p:ph idx="17" type="title"/>
          </p:nvPr>
        </p:nvSpPr>
        <p:spPr>
          <a:xfrm>
            <a:off x="4621338" y="362047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4" name="Google Shape;124;p14"/>
          <p:cNvSpPr/>
          <p:nvPr>
            <p:ph idx="18" type="pic"/>
          </p:nvPr>
        </p:nvSpPr>
        <p:spPr>
          <a:xfrm>
            <a:off x="307254" y="361000"/>
            <a:ext cx="3605100" cy="35961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26" name="Google Shape;126;p14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27" name="Google Shape;127;p14"/>
          <p:cNvSpPr txBox="1"/>
          <p:nvPr>
            <p:ph idx="19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Table of Content 3">
  <p:cSld name="CUSTOM_7_2_1">
    <p:bg>
      <p:bgPr>
        <a:solidFill>
          <a:schemeClr val="accen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/>
          <p:nvPr>
            <p:ph type="title"/>
          </p:nvPr>
        </p:nvSpPr>
        <p:spPr>
          <a:xfrm>
            <a:off x="6382800" y="2955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1" name="Google Shape;131;p15"/>
          <p:cNvSpPr txBox="1"/>
          <p:nvPr>
            <p:ph idx="2" type="title"/>
          </p:nvPr>
        </p:nvSpPr>
        <p:spPr>
          <a:xfrm>
            <a:off x="5751879" y="2955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2" name="Google Shape;132;p15"/>
          <p:cNvSpPr txBox="1"/>
          <p:nvPr>
            <p:ph idx="3" type="title"/>
          </p:nvPr>
        </p:nvSpPr>
        <p:spPr>
          <a:xfrm>
            <a:off x="291775" y="295500"/>
            <a:ext cx="2116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3" name="Google Shape;133;p15"/>
          <p:cNvSpPr txBox="1"/>
          <p:nvPr>
            <p:ph idx="4" type="title"/>
          </p:nvPr>
        </p:nvSpPr>
        <p:spPr>
          <a:xfrm>
            <a:off x="5751879" y="6516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4" name="Google Shape;134;p15"/>
          <p:cNvSpPr txBox="1"/>
          <p:nvPr>
            <p:ph idx="5" type="title"/>
          </p:nvPr>
        </p:nvSpPr>
        <p:spPr>
          <a:xfrm>
            <a:off x="6382800" y="6516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5" name="Google Shape;135;p15"/>
          <p:cNvSpPr txBox="1"/>
          <p:nvPr>
            <p:ph idx="6" type="title"/>
          </p:nvPr>
        </p:nvSpPr>
        <p:spPr>
          <a:xfrm>
            <a:off x="5751879" y="10077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6" name="Google Shape;136;p15"/>
          <p:cNvSpPr txBox="1"/>
          <p:nvPr>
            <p:ph idx="7" type="title"/>
          </p:nvPr>
        </p:nvSpPr>
        <p:spPr>
          <a:xfrm>
            <a:off x="6382800" y="10077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7" name="Google Shape;137;p15"/>
          <p:cNvSpPr txBox="1"/>
          <p:nvPr>
            <p:ph idx="8" type="title"/>
          </p:nvPr>
        </p:nvSpPr>
        <p:spPr>
          <a:xfrm>
            <a:off x="5751879" y="13638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8" name="Google Shape;138;p15"/>
          <p:cNvSpPr txBox="1"/>
          <p:nvPr>
            <p:ph idx="9" type="title"/>
          </p:nvPr>
        </p:nvSpPr>
        <p:spPr>
          <a:xfrm>
            <a:off x="6382800" y="13638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9" name="Google Shape;139;p15"/>
          <p:cNvSpPr txBox="1"/>
          <p:nvPr>
            <p:ph idx="13" type="title"/>
          </p:nvPr>
        </p:nvSpPr>
        <p:spPr>
          <a:xfrm>
            <a:off x="5751879" y="17199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0" name="Google Shape;140;p15"/>
          <p:cNvSpPr txBox="1"/>
          <p:nvPr>
            <p:ph idx="14" type="title"/>
          </p:nvPr>
        </p:nvSpPr>
        <p:spPr>
          <a:xfrm>
            <a:off x="6382800" y="17199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1" name="Google Shape;141;p15"/>
          <p:cNvSpPr txBox="1"/>
          <p:nvPr>
            <p:ph idx="15" type="title"/>
          </p:nvPr>
        </p:nvSpPr>
        <p:spPr>
          <a:xfrm>
            <a:off x="5751879" y="20760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2" name="Google Shape;142;p15"/>
          <p:cNvSpPr txBox="1"/>
          <p:nvPr>
            <p:ph idx="16" type="title"/>
          </p:nvPr>
        </p:nvSpPr>
        <p:spPr>
          <a:xfrm>
            <a:off x="6382800" y="20760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3" name="Google Shape;143;p15"/>
          <p:cNvSpPr txBox="1"/>
          <p:nvPr>
            <p:ph idx="17" type="title"/>
          </p:nvPr>
        </p:nvSpPr>
        <p:spPr>
          <a:xfrm>
            <a:off x="5751879" y="24321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4" name="Google Shape;144;p15"/>
          <p:cNvSpPr txBox="1"/>
          <p:nvPr>
            <p:ph idx="18" type="title"/>
          </p:nvPr>
        </p:nvSpPr>
        <p:spPr>
          <a:xfrm>
            <a:off x="6382800" y="24321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5" name="Google Shape;145;p15"/>
          <p:cNvSpPr txBox="1"/>
          <p:nvPr>
            <p:ph idx="19" type="title"/>
          </p:nvPr>
        </p:nvSpPr>
        <p:spPr>
          <a:xfrm>
            <a:off x="5751879" y="27882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6" name="Google Shape;146;p15"/>
          <p:cNvSpPr txBox="1"/>
          <p:nvPr>
            <p:ph idx="20" type="title"/>
          </p:nvPr>
        </p:nvSpPr>
        <p:spPr>
          <a:xfrm>
            <a:off x="6382800" y="27882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7" name="Google Shape;147;p15"/>
          <p:cNvSpPr txBox="1"/>
          <p:nvPr>
            <p:ph idx="21" type="title"/>
          </p:nvPr>
        </p:nvSpPr>
        <p:spPr>
          <a:xfrm>
            <a:off x="5751879" y="31443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8" name="Google Shape;148;p15"/>
          <p:cNvSpPr txBox="1"/>
          <p:nvPr>
            <p:ph idx="22" type="title"/>
          </p:nvPr>
        </p:nvSpPr>
        <p:spPr>
          <a:xfrm>
            <a:off x="6382800" y="31443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9" name="Google Shape;149;p15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50" name="Google Shape;150;p15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51" name="Google Shape;151;p15"/>
          <p:cNvSpPr txBox="1"/>
          <p:nvPr>
            <p:ph idx="2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hapter Divider 1">
  <p:cSld name="Start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>
            <p:ph idx="2" type="pic"/>
          </p:nvPr>
        </p:nvSpPr>
        <p:spPr>
          <a:xfrm>
            <a:off x="125" y="50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55" name="Google Shape;155;p16"/>
          <p:cNvSpPr txBox="1"/>
          <p:nvPr/>
        </p:nvSpPr>
        <p:spPr>
          <a:xfrm>
            <a:off x="770100" y="364775"/>
            <a:ext cx="7559400" cy="12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6" name="Google Shape;156;p16"/>
          <p:cNvSpPr txBox="1"/>
          <p:nvPr>
            <p:ph type="title"/>
          </p:nvPr>
        </p:nvSpPr>
        <p:spPr>
          <a:xfrm>
            <a:off x="1888663" y="263850"/>
            <a:ext cx="61611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16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58" name="Google Shape;158;p16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59" name="Google Shape;159;p16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hapter Divider 2">
  <p:cSld name="Start_1">
    <p:bg>
      <p:bgPr>
        <a:solidFill>
          <a:schemeClr val="accen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/>
        </p:nvSpPr>
        <p:spPr>
          <a:xfrm>
            <a:off x="770100" y="364775"/>
            <a:ext cx="7559400" cy="12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3" name="Google Shape;163;p17"/>
          <p:cNvSpPr txBox="1"/>
          <p:nvPr>
            <p:ph type="title"/>
          </p:nvPr>
        </p:nvSpPr>
        <p:spPr>
          <a:xfrm>
            <a:off x="1892450" y="261302"/>
            <a:ext cx="67494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p17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65" name="Google Shape;165;p17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66" name="Google Shape;166;p17"/>
          <p:cNvSpPr txBox="1"/>
          <p:nvPr>
            <p:ph idx="2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hapter Divider 3">
  <p:cSld name="Start 3">
    <p:bg>
      <p:bgPr>
        <a:solidFill>
          <a:schemeClr val="lt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307250" y="1521650"/>
            <a:ext cx="55155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70" name="Google Shape;170;p18"/>
          <p:cNvSpPr txBox="1"/>
          <p:nvPr>
            <p:ph idx="2" type="title"/>
          </p:nvPr>
        </p:nvSpPr>
        <p:spPr>
          <a:xfrm>
            <a:off x="5935408" y="-382350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1" name="Google Shape;171;p18"/>
          <p:cNvSpPr txBox="1"/>
          <p:nvPr>
            <p:ph idx="3" type="title"/>
          </p:nvPr>
        </p:nvSpPr>
        <p:spPr>
          <a:xfrm>
            <a:off x="5935408" y="91880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2" name="Google Shape;172;p18"/>
          <p:cNvSpPr txBox="1"/>
          <p:nvPr>
            <p:ph idx="4" type="title"/>
          </p:nvPr>
        </p:nvSpPr>
        <p:spPr>
          <a:xfrm>
            <a:off x="5935408" y="561397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3" name="Google Shape;173;p18"/>
          <p:cNvSpPr txBox="1"/>
          <p:nvPr>
            <p:ph idx="5" type="title"/>
          </p:nvPr>
        </p:nvSpPr>
        <p:spPr>
          <a:xfrm>
            <a:off x="5935408" y="1035627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4" name="Google Shape;174;p18"/>
          <p:cNvSpPr txBox="1"/>
          <p:nvPr>
            <p:ph idx="6" type="title"/>
          </p:nvPr>
        </p:nvSpPr>
        <p:spPr>
          <a:xfrm>
            <a:off x="5935408" y="1509851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5" name="Google Shape;175;p18"/>
          <p:cNvSpPr txBox="1"/>
          <p:nvPr>
            <p:ph idx="7" type="title"/>
          </p:nvPr>
        </p:nvSpPr>
        <p:spPr>
          <a:xfrm>
            <a:off x="5935408" y="1984075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6" name="Google Shape;176;p18"/>
          <p:cNvSpPr txBox="1"/>
          <p:nvPr>
            <p:ph idx="8" type="title"/>
          </p:nvPr>
        </p:nvSpPr>
        <p:spPr>
          <a:xfrm>
            <a:off x="5935408" y="2458299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7" name="Google Shape;177;p18"/>
          <p:cNvSpPr txBox="1"/>
          <p:nvPr>
            <p:ph idx="9" type="title"/>
          </p:nvPr>
        </p:nvSpPr>
        <p:spPr>
          <a:xfrm>
            <a:off x="5935408" y="2932522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8" name="Google Shape;178;p18"/>
          <p:cNvSpPr txBox="1"/>
          <p:nvPr>
            <p:ph idx="13" type="title"/>
          </p:nvPr>
        </p:nvSpPr>
        <p:spPr>
          <a:xfrm>
            <a:off x="5935408" y="3406746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9" name="Google Shape;179;p18"/>
          <p:cNvSpPr txBox="1"/>
          <p:nvPr>
            <p:ph idx="14" type="title"/>
          </p:nvPr>
        </p:nvSpPr>
        <p:spPr>
          <a:xfrm>
            <a:off x="5935408" y="3880970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0" name="Google Shape;180;p18"/>
          <p:cNvSpPr txBox="1"/>
          <p:nvPr>
            <p:ph idx="15" type="title"/>
          </p:nvPr>
        </p:nvSpPr>
        <p:spPr>
          <a:xfrm>
            <a:off x="5935408" y="4344182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1" name="Google Shape;181;p18"/>
          <p:cNvSpPr txBox="1"/>
          <p:nvPr>
            <p:ph idx="16" type="title"/>
          </p:nvPr>
        </p:nvSpPr>
        <p:spPr>
          <a:xfrm>
            <a:off x="5935408" y="4813150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2" name="Google Shape;182;p18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83" name="Google Shape;183;p18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84" name="Google Shape;184;p18"/>
          <p:cNvSpPr txBox="1"/>
          <p:nvPr>
            <p:ph idx="17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Big numbers 1">
  <p:cSld name="CUSTOM_8_1">
    <p:bg>
      <p:bgPr>
        <a:solidFill>
          <a:schemeClr val="accent4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type="title"/>
          </p:nvPr>
        </p:nvSpPr>
        <p:spPr>
          <a:xfrm>
            <a:off x="303990" y="761723"/>
            <a:ext cx="8341500" cy="3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0"/>
              <a:buFont typeface="Urbanist Black"/>
              <a:buNone/>
              <a:defRPr sz="330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305382" y="373525"/>
            <a:ext cx="27081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9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90" name="Google Shape;190;p19"/>
          <p:cNvSpPr txBox="1"/>
          <p:nvPr>
            <p:ph idx="2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91" name="Google Shape;191;p19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Big numbers 2">
  <p:cSld name="CUSTOM_8_1_1">
    <p:bg>
      <p:bgPr>
        <a:solidFill>
          <a:schemeClr val="accent4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/>
          <p:nvPr>
            <p:ph idx="1" type="subTitle"/>
          </p:nvPr>
        </p:nvSpPr>
        <p:spPr>
          <a:xfrm>
            <a:off x="3883275" y="270559"/>
            <a:ext cx="36735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>
                <a:solidFill>
                  <a:srgbClr val="000000"/>
                </a:solidFill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0"/>
          <p:cNvSpPr txBox="1"/>
          <p:nvPr>
            <p:ph type="title"/>
          </p:nvPr>
        </p:nvSpPr>
        <p:spPr>
          <a:xfrm>
            <a:off x="291775" y="266216"/>
            <a:ext cx="32742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Urbanist Black"/>
              <a:buNone/>
              <a:defRPr sz="9000">
                <a:solidFill>
                  <a:srgbClr val="000000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20"/>
          <p:cNvSpPr txBox="1"/>
          <p:nvPr>
            <p:ph idx="2" type="title"/>
          </p:nvPr>
        </p:nvSpPr>
        <p:spPr>
          <a:xfrm>
            <a:off x="7960300" y="1558225"/>
            <a:ext cx="571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7" name="Google Shape;197;p20"/>
          <p:cNvSpPr txBox="1"/>
          <p:nvPr>
            <p:ph idx="3" type="subTitle"/>
          </p:nvPr>
        </p:nvSpPr>
        <p:spPr>
          <a:xfrm>
            <a:off x="17348750" y="17415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0"/>
          <p:cNvSpPr txBox="1"/>
          <p:nvPr>
            <p:ph idx="4" type="subTitle"/>
          </p:nvPr>
        </p:nvSpPr>
        <p:spPr>
          <a:xfrm>
            <a:off x="17348750" y="18939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0"/>
          <p:cNvSpPr txBox="1"/>
          <p:nvPr>
            <p:ph idx="5" type="subTitle"/>
          </p:nvPr>
        </p:nvSpPr>
        <p:spPr>
          <a:xfrm>
            <a:off x="7960300" y="17724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0" name="Google Shape;200;p20"/>
          <p:cNvSpPr txBox="1"/>
          <p:nvPr>
            <p:ph idx="6" type="subTitle"/>
          </p:nvPr>
        </p:nvSpPr>
        <p:spPr>
          <a:xfrm>
            <a:off x="7960300" y="19248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1" name="Google Shape;201;p20"/>
          <p:cNvSpPr txBox="1"/>
          <p:nvPr>
            <p:ph idx="7" type="title"/>
          </p:nvPr>
        </p:nvSpPr>
        <p:spPr>
          <a:xfrm>
            <a:off x="7189775" y="2416125"/>
            <a:ext cx="571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2" name="Google Shape;202;p20"/>
          <p:cNvSpPr txBox="1"/>
          <p:nvPr>
            <p:ph idx="8" type="subTitle"/>
          </p:nvPr>
        </p:nvSpPr>
        <p:spPr>
          <a:xfrm>
            <a:off x="7189775" y="26303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3" name="Google Shape;203;p20"/>
          <p:cNvSpPr txBox="1"/>
          <p:nvPr>
            <p:ph idx="9" type="subTitle"/>
          </p:nvPr>
        </p:nvSpPr>
        <p:spPr>
          <a:xfrm>
            <a:off x="7189775" y="27827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4" name="Google Shape;204;p20"/>
          <p:cNvSpPr txBox="1"/>
          <p:nvPr>
            <p:ph idx="13" type="title"/>
          </p:nvPr>
        </p:nvSpPr>
        <p:spPr>
          <a:xfrm>
            <a:off x="6604200" y="3278775"/>
            <a:ext cx="571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5" name="Google Shape;205;p20"/>
          <p:cNvSpPr txBox="1"/>
          <p:nvPr>
            <p:ph idx="14" type="subTitle"/>
          </p:nvPr>
        </p:nvSpPr>
        <p:spPr>
          <a:xfrm>
            <a:off x="6604200" y="349297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6" name="Google Shape;206;p20"/>
          <p:cNvSpPr txBox="1"/>
          <p:nvPr>
            <p:ph idx="15" type="subTitle"/>
          </p:nvPr>
        </p:nvSpPr>
        <p:spPr>
          <a:xfrm>
            <a:off x="6604200" y="364537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7" name="Google Shape;207;p20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08" name="Google Shape;208;p20"/>
          <p:cNvSpPr txBox="1"/>
          <p:nvPr>
            <p:ph idx="16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09" name="Google Shape;209;p20"/>
          <p:cNvSpPr txBox="1"/>
          <p:nvPr>
            <p:ph idx="17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1">
  <p:cSld name="CUSTOM_12_1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idx="1" type="body"/>
          </p:nvPr>
        </p:nvSpPr>
        <p:spPr>
          <a:xfrm>
            <a:off x="319033" y="3857529"/>
            <a:ext cx="26682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 sz="1000"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13" name="Google Shape;213;p21"/>
          <p:cNvSpPr txBox="1"/>
          <p:nvPr>
            <p:ph type="title"/>
          </p:nvPr>
        </p:nvSpPr>
        <p:spPr>
          <a:xfrm>
            <a:off x="319033" y="3693356"/>
            <a:ext cx="2677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4" name="Google Shape;214;p21"/>
          <p:cNvSpPr/>
          <p:nvPr>
            <p:ph idx="2" type="pic"/>
          </p:nvPr>
        </p:nvSpPr>
        <p:spPr>
          <a:xfrm>
            <a:off x="319025" y="756791"/>
            <a:ext cx="2677500" cy="27888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15" name="Google Shape;215;p21"/>
          <p:cNvSpPr/>
          <p:nvPr>
            <p:ph idx="3" type="pic"/>
          </p:nvPr>
        </p:nvSpPr>
        <p:spPr>
          <a:xfrm>
            <a:off x="3233250" y="756791"/>
            <a:ext cx="2677500" cy="27888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16" name="Google Shape;216;p21"/>
          <p:cNvSpPr/>
          <p:nvPr>
            <p:ph idx="4" type="pic"/>
          </p:nvPr>
        </p:nvSpPr>
        <p:spPr>
          <a:xfrm>
            <a:off x="6147475" y="756791"/>
            <a:ext cx="2677500" cy="27888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17" name="Google Shape;217;p21"/>
          <p:cNvSpPr txBox="1"/>
          <p:nvPr>
            <p:ph idx="5" type="body"/>
          </p:nvPr>
        </p:nvSpPr>
        <p:spPr>
          <a:xfrm>
            <a:off x="3233250" y="3855929"/>
            <a:ext cx="26682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 sz="1000"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18" name="Google Shape;218;p21"/>
          <p:cNvSpPr txBox="1"/>
          <p:nvPr>
            <p:ph idx="6" type="title"/>
          </p:nvPr>
        </p:nvSpPr>
        <p:spPr>
          <a:xfrm>
            <a:off x="3233250" y="3691757"/>
            <a:ext cx="2677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9" name="Google Shape;219;p21"/>
          <p:cNvSpPr txBox="1"/>
          <p:nvPr>
            <p:ph idx="7" type="body"/>
          </p:nvPr>
        </p:nvSpPr>
        <p:spPr>
          <a:xfrm>
            <a:off x="6147483" y="3855929"/>
            <a:ext cx="26682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 sz="1000"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20" name="Google Shape;220;p21"/>
          <p:cNvSpPr txBox="1"/>
          <p:nvPr>
            <p:ph idx="8" type="title"/>
          </p:nvPr>
        </p:nvSpPr>
        <p:spPr>
          <a:xfrm>
            <a:off x="6147483" y="3691757"/>
            <a:ext cx="26682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1" name="Google Shape;221;p21"/>
          <p:cNvSpPr txBox="1"/>
          <p:nvPr>
            <p:ph idx="9" type="title"/>
          </p:nvPr>
        </p:nvSpPr>
        <p:spPr>
          <a:xfrm>
            <a:off x="319033" y="472186"/>
            <a:ext cx="26775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2" name="Google Shape;222;p21"/>
          <p:cNvSpPr txBox="1"/>
          <p:nvPr>
            <p:ph idx="13" type="title"/>
          </p:nvPr>
        </p:nvSpPr>
        <p:spPr>
          <a:xfrm>
            <a:off x="3233250" y="472186"/>
            <a:ext cx="26775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3" name="Google Shape;223;p21"/>
          <p:cNvSpPr txBox="1"/>
          <p:nvPr>
            <p:ph idx="14" type="title"/>
          </p:nvPr>
        </p:nvSpPr>
        <p:spPr>
          <a:xfrm>
            <a:off x="6147483" y="472186"/>
            <a:ext cx="26775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4" name="Google Shape;224;p21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25" name="Google Shape;225;p21"/>
          <p:cNvSpPr txBox="1"/>
          <p:nvPr>
            <p:ph idx="1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26" name="Google Shape;226;p21"/>
          <p:cNvSpPr txBox="1"/>
          <p:nvPr>
            <p:ph idx="1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">
  <p:cSld name="CUSTOM_8_1_1_1">
    <p:bg>
      <p:bgPr>
        <a:solidFill>
          <a:schemeClr val="accent4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 txBox="1"/>
          <p:nvPr>
            <p:ph idx="12" type="sldNum"/>
          </p:nvPr>
        </p:nvSpPr>
        <p:spPr>
          <a:xfrm>
            <a:off x="8333400" y="5107950"/>
            <a:ext cx="5487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22"/>
          <p:cNvSpPr txBox="1"/>
          <p:nvPr>
            <p:ph idx="1" type="subTitle"/>
          </p:nvPr>
        </p:nvSpPr>
        <p:spPr>
          <a:xfrm>
            <a:off x="17348750" y="17415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22"/>
          <p:cNvSpPr txBox="1"/>
          <p:nvPr>
            <p:ph idx="2" type="subTitle"/>
          </p:nvPr>
        </p:nvSpPr>
        <p:spPr>
          <a:xfrm>
            <a:off x="17348750" y="18939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22"/>
          <p:cNvSpPr txBox="1"/>
          <p:nvPr>
            <p:ph type="title"/>
          </p:nvPr>
        </p:nvSpPr>
        <p:spPr>
          <a:xfrm>
            <a:off x="317550" y="280950"/>
            <a:ext cx="3219600" cy="24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3" name="Google Shape;233;p22"/>
          <p:cNvSpPr/>
          <p:nvPr>
            <p:ph idx="3" type="pic"/>
          </p:nvPr>
        </p:nvSpPr>
        <p:spPr>
          <a:xfrm>
            <a:off x="4509796" y="-886475"/>
            <a:ext cx="2126100" cy="24444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4" name="Google Shape;234;p22"/>
          <p:cNvSpPr/>
          <p:nvPr>
            <p:ph idx="4" type="pic"/>
          </p:nvPr>
        </p:nvSpPr>
        <p:spPr>
          <a:xfrm>
            <a:off x="6709546" y="-1689525"/>
            <a:ext cx="2126100" cy="24444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5" name="Google Shape;235;p22"/>
          <p:cNvSpPr/>
          <p:nvPr>
            <p:ph idx="5" type="pic"/>
          </p:nvPr>
        </p:nvSpPr>
        <p:spPr>
          <a:xfrm>
            <a:off x="6709546" y="833050"/>
            <a:ext cx="2126100" cy="2319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6" name="Google Shape;236;p22"/>
          <p:cNvSpPr/>
          <p:nvPr>
            <p:ph idx="6" type="pic"/>
          </p:nvPr>
        </p:nvSpPr>
        <p:spPr>
          <a:xfrm>
            <a:off x="6709546" y="3230525"/>
            <a:ext cx="2126100" cy="2319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7" name="Google Shape;237;p22"/>
          <p:cNvSpPr/>
          <p:nvPr>
            <p:ph idx="7" type="pic"/>
          </p:nvPr>
        </p:nvSpPr>
        <p:spPr>
          <a:xfrm>
            <a:off x="4509796" y="1628100"/>
            <a:ext cx="2126100" cy="2319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8" name="Google Shape;238;p22"/>
          <p:cNvSpPr/>
          <p:nvPr>
            <p:ph idx="8" type="pic"/>
          </p:nvPr>
        </p:nvSpPr>
        <p:spPr>
          <a:xfrm>
            <a:off x="4509796" y="4017575"/>
            <a:ext cx="2126100" cy="2319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9" name="Google Shape;239;p22"/>
          <p:cNvSpPr txBox="1"/>
          <p:nvPr>
            <p:ph idx="9" type="subTitle"/>
          </p:nvPr>
        </p:nvSpPr>
        <p:spPr>
          <a:xfrm>
            <a:off x="317550" y="3280569"/>
            <a:ext cx="25242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 Medium"/>
              <a:buNone/>
              <a:defRPr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2">
  <p:cSld name="CUSTOM_9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"/>
          <p:cNvSpPr txBox="1"/>
          <p:nvPr>
            <p:ph type="title"/>
          </p:nvPr>
        </p:nvSpPr>
        <p:spPr>
          <a:xfrm>
            <a:off x="311996" y="280950"/>
            <a:ext cx="37956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3" name="Google Shape;243;p23"/>
          <p:cNvSpPr txBox="1"/>
          <p:nvPr>
            <p:ph idx="2" type="title"/>
          </p:nvPr>
        </p:nvSpPr>
        <p:spPr>
          <a:xfrm>
            <a:off x="311996" y="2020450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4" name="Google Shape;244;p23"/>
          <p:cNvSpPr txBox="1"/>
          <p:nvPr>
            <p:ph idx="1" type="subTitle"/>
          </p:nvPr>
        </p:nvSpPr>
        <p:spPr>
          <a:xfrm>
            <a:off x="311996" y="2298651"/>
            <a:ext cx="27690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23"/>
          <p:cNvSpPr/>
          <p:nvPr>
            <p:ph idx="3" type="pic"/>
          </p:nvPr>
        </p:nvSpPr>
        <p:spPr>
          <a:xfrm>
            <a:off x="4580700" y="280950"/>
            <a:ext cx="4258200" cy="38982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46" name="Google Shape;246;p23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47" name="Google Shape;247;p23"/>
          <p:cNvSpPr txBox="1"/>
          <p:nvPr>
            <p:ph idx="4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48" name="Google Shape;248;p23"/>
          <p:cNvSpPr txBox="1"/>
          <p:nvPr>
            <p:ph idx="5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3">
  <p:cSld name="CUSTOM_10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2" name="Google Shape;252;p24"/>
          <p:cNvSpPr txBox="1"/>
          <p:nvPr>
            <p:ph idx="2" type="title"/>
          </p:nvPr>
        </p:nvSpPr>
        <p:spPr>
          <a:xfrm>
            <a:off x="307254" y="2569196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3" name="Google Shape;253;p24"/>
          <p:cNvSpPr txBox="1"/>
          <p:nvPr>
            <p:ph idx="3" type="title"/>
          </p:nvPr>
        </p:nvSpPr>
        <p:spPr>
          <a:xfrm>
            <a:off x="4401075" y="2569196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4" name="Google Shape;254;p24"/>
          <p:cNvSpPr txBox="1"/>
          <p:nvPr>
            <p:ph idx="1" type="body"/>
          </p:nvPr>
        </p:nvSpPr>
        <p:spPr>
          <a:xfrm>
            <a:off x="307254" y="2986021"/>
            <a:ext cx="36576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55" name="Google Shape;255;p24"/>
          <p:cNvSpPr txBox="1"/>
          <p:nvPr>
            <p:ph idx="4" type="body"/>
          </p:nvPr>
        </p:nvSpPr>
        <p:spPr>
          <a:xfrm>
            <a:off x="4401075" y="2986021"/>
            <a:ext cx="36576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56" name="Google Shape;256;p24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57" name="Google Shape;257;p24"/>
          <p:cNvSpPr txBox="1"/>
          <p:nvPr>
            <p:ph idx="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58" name="Google Shape;258;p24"/>
          <p:cNvSpPr txBox="1"/>
          <p:nvPr>
            <p:ph idx="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3 - more text">
  <p:cSld name="CUSTOM_10_2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>
            <p:ph type="title"/>
          </p:nvPr>
        </p:nvSpPr>
        <p:spPr>
          <a:xfrm>
            <a:off x="307250" y="270000"/>
            <a:ext cx="4654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2" name="Google Shape;262;p25"/>
          <p:cNvSpPr txBox="1"/>
          <p:nvPr>
            <p:ph idx="2" type="title"/>
          </p:nvPr>
        </p:nvSpPr>
        <p:spPr>
          <a:xfrm>
            <a:off x="307254" y="1273796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3" name="Google Shape;263;p25"/>
          <p:cNvSpPr txBox="1"/>
          <p:nvPr>
            <p:ph idx="3" type="title"/>
          </p:nvPr>
        </p:nvSpPr>
        <p:spPr>
          <a:xfrm>
            <a:off x="4401075" y="1273796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4" name="Google Shape;264;p25"/>
          <p:cNvSpPr txBox="1"/>
          <p:nvPr>
            <p:ph idx="1" type="body"/>
          </p:nvPr>
        </p:nvSpPr>
        <p:spPr>
          <a:xfrm>
            <a:off x="307250" y="1690633"/>
            <a:ext cx="3657600" cy="26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65" name="Google Shape;265;p25"/>
          <p:cNvSpPr txBox="1"/>
          <p:nvPr>
            <p:ph idx="4" type="body"/>
          </p:nvPr>
        </p:nvSpPr>
        <p:spPr>
          <a:xfrm>
            <a:off x="4401073" y="1690633"/>
            <a:ext cx="3657600" cy="26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66" name="Google Shape;266;p25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67" name="Google Shape;267;p25"/>
          <p:cNvSpPr txBox="1"/>
          <p:nvPr>
            <p:ph idx="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68" name="Google Shape;268;p25"/>
          <p:cNvSpPr txBox="1"/>
          <p:nvPr>
            <p:ph idx="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4">
  <p:cSld name="CUSTOM_10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2" name="Google Shape;272;p26"/>
          <p:cNvSpPr txBox="1"/>
          <p:nvPr>
            <p:ph idx="2" type="title"/>
          </p:nvPr>
        </p:nvSpPr>
        <p:spPr>
          <a:xfrm>
            <a:off x="307254" y="2635509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3" name="Google Shape;273;p26"/>
          <p:cNvSpPr txBox="1"/>
          <p:nvPr>
            <p:ph idx="1" type="body"/>
          </p:nvPr>
        </p:nvSpPr>
        <p:spPr>
          <a:xfrm>
            <a:off x="307254" y="3052334"/>
            <a:ext cx="25572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74" name="Google Shape;274;p26"/>
          <p:cNvSpPr txBox="1"/>
          <p:nvPr>
            <p:ph idx="3" type="title"/>
          </p:nvPr>
        </p:nvSpPr>
        <p:spPr>
          <a:xfrm>
            <a:off x="3284067" y="2635513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5" name="Google Shape;275;p26"/>
          <p:cNvSpPr txBox="1"/>
          <p:nvPr>
            <p:ph idx="4" type="body"/>
          </p:nvPr>
        </p:nvSpPr>
        <p:spPr>
          <a:xfrm>
            <a:off x="3302692" y="3052338"/>
            <a:ext cx="25572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76" name="Google Shape;276;p26"/>
          <p:cNvSpPr txBox="1"/>
          <p:nvPr>
            <p:ph idx="5" type="title"/>
          </p:nvPr>
        </p:nvSpPr>
        <p:spPr>
          <a:xfrm>
            <a:off x="6250617" y="2635513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7" name="Google Shape;277;p26"/>
          <p:cNvSpPr txBox="1"/>
          <p:nvPr>
            <p:ph idx="6" type="body"/>
          </p:nvPr>
        </p:nvSpPr>
        <p:spPr>
          <a:xfrm>
            <a:off x="6269242" y="3052338"/>
            <a:ext cx="25572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78" name="Google Shape;278;p26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79" name="Google Shape;279;p26"/>
          <p:cNvSpPr txBox="1"/>
          <p:nvPr>
            <p:ph idx="7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80" name="Google Shape;280;p26"/>
          <p:cNvSpPr txBox="1"/>
          <p:nvPr>
            <p:ph idx="8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4 more text">
  <p:cSld name="CUSTOM_10_1_2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"/>
          <p:cNvSpPr txBox="1"/>
          <p:nvPr>
            <p:ph type="title"/>
          </p:nvPr>
        </p:nvSpPr>
        <p:spPr>
          <a:xfrm>
            <a:off x="307250" y="270000"/>
            <a:ext cx="4654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4" name="Google Shape;284;p27"/>
          <p:cNvSpPr txBox="1"/>
          <p:nvPr>
            <p:ph idx="2" type="title"/>
          </p:nvPr>
        </p:nvSpPr>
        <p:spPr>
          <a:xfrm>
            <a:off x="307254" y="1263909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5" name="Google Shape;285;p27"/>
          <p:cNvSpPr txBox="1"/>
          <p:nvPr>
            <p:ph idx="1" type="body"/>
          </p:nvPr>
        </p:nvSpPr>
        <p:spPr>
          <a:xfrm>
            <a:off x="307250" y="1680709"/>
            <a:ext cx="25572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86" name="Google Shape;286;p27"/>
          <p:cNvSpPr txBox="1"/>
          <p:nvPr>
            <p:ph idx="3" type="title"/>
          </p:nvPr>
        </p:nvSpPr>
        <p:spPr>
          <a:xfrm>
            <a:off x="3284067" y="1263913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7" name="Google Shape;287;p27"/>
          <p:cNvSpPr txBox="1"/>
          <p:nvPr>
            <p:ph idx="4" type="body"/>
          </p:nvPr>
        </p:nvSpPr>
        <p:spPr>
          <a:xfrm>
            <a:off x="3302700" y="1680770"/>
            <a:ext cx="25572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88" name="Google Shape;288;p27"/>
          <p:cNvSpPr txBox="1"/>
          <p:nvPr>
            <p:ph idx="5" type="title"/>
          </p:nvPr>
        </p:nvSpPr>
        <p:spPr>
          <a:xfrm>
            <a:off x="6250617" y="1263913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9" name="Google Shape;289;p27"/>
          <p:cNvSpPr txBox="1"/>
          <p:nvPr>
            <p:ph idx="6" type="body"/>
          </p:nvPr>
        </p:nvSpPr>
        <p:spPr>
          <a:xfrm>
            <a:off x="6269250" y="1680771"/>
            <a:ext cx="25572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90" name="Google Shape;290;p27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91" name="Google Shape;291;p27"/>
          <p:cNvSpPr txBox="1"/>
          <p:nvPr>
            <p:ph idx="7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92" name="Google Shape;292;p27"/>
          <p:cNvSpPr txBox="1"/>
          <p:nvPr>
            <p:ph idx="8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5">
  <p:cSld name="CUSTOM_10_1_1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 txBox="1"/>
          <p:nvPr>
            <p:ph type="title"/>
          </p:nvPr>
        </p:nvSpPr>
        <p:spPr>
          <a:xfrm>
            <a:off x="307250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>
            <p:ph idx="1" type="body"/>
          </p:nvPr>
        </p:nvSpPr>
        <p:spPr>
          <a:xfrm>
            <a:off x="307250" y="3067775"/>
            <a:ext cx="1915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97" name="Google Shape;297;p28"/>
          <p:cNvSpPr txBox="1"/>
          <p:nvPr>
            <p:ph idx="2" type="title"/>
          </p:nvPr>
        </p:nvSpPr>
        <p:spPr>
          <a:xfrm>
            <a:off x="2481272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8" name="Google Shape;298;p28"/>
          <p:cNvSpPr txBox="1"/>
          <p:nvPr>
            <p:ph idx="3" type="body"/>
          </p:nvPr>
        </p:nvSpPr>
        <p:spPr>
          <a:xfrm>
            <a:off x="2481272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99" name="Google Shape;299;p28"/>
          <p:cNvSpPr txBox="1"/>
          <p:nvPr>
            <p:ph idx="4" type="title"/>
          </p:nvPr>
        </p:nvSpPr>
        <p:spPr>
          <a:xfrm>
            <a:off x="4657001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0" name="Google Shape;300;p28"/>
          <p:cNvSpPr txBox="1"/>
          <p:nvPr>
            <p:ph idx="5" type="body"/>
          </p:nvPr>
        </p:nvSpPr>
        <p:spPr>
          <a:xfrm>
            <a:off x="4656989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01" name="Google Shape;301;p28"/>
          <p:cNvSpPr txBox="1"/>
          <p:nvPr>
            <p:ph idx="6" type="title"/>
          </p:nvPr>
        </p:nvSpPr>
        <p:spPr>
          <a:xfrm>
            <a:off x="6833673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2" name="Google Shape;302;p28"/>
          <p:cNvSpPr txBox="1"/>
          <p:nvPr>
            <p:ph idx="7" type="body"/>
          </p:nvPr>
        </p:nvSpPr>
        <p:spPr>
          <a:xfrm>
            <a:off x="6833684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03" name="Google Shape;303;p28"/>
          <p:cNvSpPr txBox="1"/>
          <p:nvPr>
            <p:ph idx="8" type="title"/>
          </p:nvPr>
        </p:nvSpPr>
        <p:spPr>
          <a:xfrm>
            <a:off x="307250" y="270000"/>
            <a:ext cx="46548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4" name="Google Shape;304;p28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05" name="Google Shape;305;p28"/>
          <p:cNvSpPr txBox="1"/>
          <p:nvPr>
            <p:ph idx="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06" name="Google Shape;306;p28"/>
          <p:cNvSpPr txBox="1"/>
          <p:nvPr>
            <p:ph idx="1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5 - more text">
  <p:cSld name="CUSTOM_10_1_1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/>
          <p:nvPr>
            <p:ph type="title"/>
          </p:nvPr>
        </p:nvSpPr>
        <p:spPr>
          <a:xfrm>
            <a:off x="307250" y="12737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0" name="Google Shape;310;p29"/>
          <p:cNvSpPr txBox="1"/>
          <p:nvPr>
            <p:ph idx="1" type="body"/>
          </p:nvPr>
        </p:nvSpPr>
        <p:spPr>
          <a:xfrm>
            <a:off x="307250" y="1696175"/>
            <a:ext cx="19155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11" name="Google Shape;311;p29"/>
          <p:cNvSpPr txBox="1"/>
          <p:nvPr>
            <p:ph idx="2" type="title"/>
          </p:nvPr>
        </p:nvSpPr>
        <p:spPr>
          <a:xfrm>
            <a:off x="2481272" y="12737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2" name="Google Shape;312;p29"/>
          <p:cNvSpPr txBox="1"/>
          <p:nvPr>
            <p:ph idx="3" type="body"/>
          </p:nvPr>
        </p:nvSpPr>
        <p:spPr>
          <a:xfrm>
            <a:off x="2481270" y="1696175"/>
            <a:ext cx="19665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13" name="Google Shape;313;p29"/>
          <p:cNvSpPr txBox="1"/>
          <p:nvPr>
            <p:ph idx="4" type="title"/>
          </p:nvPr>
        </p:nvSpPr>
        <p:spPr>
          <a:xfrm>
            <a:off x="4657001" y="12737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>
            <p:ph idx="5" type="body"/>
          </p:nvPr>
        </p:nvSpPr>
        <p:spPr>
          <a:xfrm>
            <a:off x="4656985" y="1696175"/>
            <a:ext cx="19665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15" name="Google Shape;315;p29"/>
          <p:cNvSpPr txBox="1"/>
          <p:nvPr>
            <p:ph idx="6" type="title"/>
          </p:nvPr>
        </p:nvSpPr>
        <p:spPr>
          <a:xfrm>
            <a:off x="6833673" y="12737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6" name="Google Shape;316;p29"/>
          <p:cNvSpPr txBox="1"/>
          <p:nvPr>
            <p:ph idx="7" type="body"/>
          </p:nvPr>
        </p:nvSpPr>
        <p:spPr>
          <a:xfrm>
            <a:off x="6833677" y="1696175"/>
            <a:ext cx="19665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17" name="Google Shape;317;p29"/>
          <p:cNvSpPr txBox="1"/>
          <p:nvPr>
            <p:ph idx="8" type="title"/>
          </p:nvPr>
        </p:nvSpPr>
        <p:spPr>
          <a:xfrm>
            <a:off x="307250" y="270000"/>
            <a:ext cx="4654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19" name="Google Shape;319;p29"/>
          <p:cNvSpPr txBox="1"/>
          <p:nvPr>
            <p:ph idx="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20" name="Google Shape;320;p29"/>
          <p:cNvSpPr txBox="1"/>
          <p:nvPr>
            <p:ph idx="1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6">
  <p:cSld name="CUSTOM_1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0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4" name="Google Shape;324;p30"/>
          <p:cNvSpPr txBox="1"/>
          <p:nvPr>
            <p:ph idx="2" type="title"/>
          </p:nvPr>
        </p:nvSpPr>
        <p:spPr>
          <a:xfrm>
            <a:off x="582326" y="2489821"/>
            <a:ext cx="3657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5" name="Google Shape;325;p30"/>
          <p:cNvSpPr txBox="1"/>
          <p:nvPr>
            <p:ph idx="1" type="body"/>
          </p:nvPr>
        </p:nvSpPr>
        <p:spPr>
          <a:xfrm>
            <a:off x="600950" y="2906646"/>
            <a:ext cx="3513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26" name="Google Shape;326;p30"/>
          <p:cNvSpPr txBox="1"/>
          <p:nvPr>
            <p:ph idx="3" type="title"/>
          </p:nvPr>
        </p:nvSpPr>
        <p:spPr>
          <a:xfrm>
            <a:off x="5006176" y="2489808"/>
            <a:ext cx="3657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7" name="Google Shape;327;p30"/>
          <p:cNvSpPr txBox="1"/>
          <p:nvPr>
            <p:ph idx="4" type="body"/>
          </p:nvPr>
        </p:nvSpPr>
        <p:spPr>
          <a:xfrm>
            <a:off x="5024800" y="2906633"/>
            <a:ext cx="3513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28" name="Google Shape;328;p30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29" name="Google Shape;329;p30"/>
          <p:cNvSpPr txBox="1"/>
          <p:nvPr>
            <p:ph idx="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30" name="Google Shape;330;p30"/>
          <p:cNvSpPr txBox="1"/>
          <p:nvPr>
            <p:ph idx="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6 - more text">
  <p:cSld name="CUSTOM_11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4" name="Google Shape;334;p31"/>
          <p:cNvSpPr txBox="1"/>
          <p:nvPr>
            <p:ph idx="2" type="title"/>
          </p:nvPr>
        </p:nvSpPr>
        <p:spPr>
          <a:xfrm>
            <a:off x="582326" y="1880221"/>
            <a:ext cx="3657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5" name="Google Shape;335;p31"/>
          <p:cNvSpPr txBox="1"/>
          <p:nvPr>
            <p:ph idx="1" type="body"/>
          </p:nvPr>
        </p:nvSpPr>
        <p:spPr>
          <a:xfrm>
            <a:off x="600950" y="2297042"/>
            <a:ext cx="3513300" cy="19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36" name="Google Shape;336;p31"/>
          <p:cNvSpPr txBox="1"/>
          <p:nvPr>
            <p:ph idx="3" type="title"/>
          </p:nvPr>
        </p:nvSpPr>
        <p:spPr>
          <a:xfrm>
            <a:off x="5006176" y="1880208"/>
            <a:ext cx="3657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7" name="Google Shape;337;p31"/>
          <p:cNvSpPr txBox="1"/>
          <p:nvPr>
            <p:ph idx="4" type="body"/>
          </p:nvPr>
        </p:nvSpPr>
        <p:spPr>
          <a:xfrm>
            <a:off x="5024800" y="2297016"/>
            <a:ext cx="3513300" cy="19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38" name="Google Shape;338;p31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39" name="Google Shape;339;p31"/>
          <p:cNvSpPr txBox="1"/>
          <p:nvPr>
            <p:ph idx="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40" name="Google Shape;340;p31"/>
          <p:cNvSpPr txBox="1"/>
          <p:nvPr>
            <p:ph idx="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7">
  <p:cSld name="CUSTOM_11_1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2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4" name="Google Shape;344;p32"/>
          <p:cNvSpPr txBox="1"/>
          <p:nvPr>
            <p:ph idx="2" type="title"/>
          </p:nvPr>
        </p:nvSpPr>
        <p:spPr>
          <a:xfrm>
            <a:off x="469950" y="26355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5" name="Google Shape;345;p32"/>
          <p:cNvSpPr txBox="1"/>
          <p:nvPr>
            <p:ph idx="1" type="body"/>
          </p:nvPr>
        </p:nvSpPr>
        <p:spPr>
          <a:xfrm>
            <a:off x="469950" y="3052325"/>
            <a:ext cx="22878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title"/>
          </p:nvPr>
        </p:nvSpPr>
        <p:spPr>
          <a:xfrm>
            <a:off x="3418774" y="26372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7" name="Google Shape;347;p32"/>
          <p:cNvSpPr txBox="1"/>
          <p:nvPr>
            <p:ph idx="4" type="body"/>
          </p:nvPr>
        </p:nvSpPr>
        <p:spPr>
          <a:xfrm>
            <a:off x="3418774" y="3054025"/>
            <a:ext cx="22878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48" name="Google Shape;348;p32"/>
          <p:cNvSpPr txBox="1"/>
          <p:nvPr>
            <p:ph idx="5" type="title"/>
          </p:nvPr>
        </p:nvSpPr>
        <p:spPr>
          <a:xfrm>
            <a:off x="6367574" y="26372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9" name="Google Shape;349;p32"/>
          <p:cNvSpPr txBox="1"/>
          <p:nvPr>
            <p:ph idx="6" type="body"/>
          </p:nvPr>
        </p:nvSpPr>
        <p:spPr>
          <a:xfrm>
            <a:off x="6367574" y="3054025"/>
            <a:ext cx="22878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50" name="Google Shape;350;p32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51" name="Google Shape;351;p32"/>
          <p:cNvSpPr txBox="1"/>
          <p:nvPr>
            <p:ph idx="7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52" name="Google Shape;352;p32"/>
          <p:cNvSpPr txBox="1"/>
          <p:nvPr>
            <p:ph idx="8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7 - more text">
  <p:cSld name="CUSTOM_11_1_2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6" name="Google Shape;356;p33"/>
          <p:cNvSpPr txBox="1"/>
          <p:nvPr>
            <p:ph idx="2" type="title"/>
          </p:nvPr>
        </p:nvSpPr>
        <p:spPr>
          <a:xfrm>
            <a:off x="469950" y="18735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7" name="Google Shape;357;p33"/>
          <p:cNvSpPr txBox="1"/>
          <p:nvPr>
            <p:ph idx="1" type="body"/>
          </p:nvPr>
        </p:nvSpPr>
        <p:spPr>
          <a:xfrm>
            <a:off x="469950" y="2290325"/>
            <a:ext cx="2287800" cy="19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58" name="Google Shape;358;p33"/>
          <p:cNvSpPr txBox="1"/>
          <p:nvPr>
            <p:ph idx="3" type="title"/>
          </p:nvPr>
        </p:nvSpPr>
        <p:spPr>
          <a:xfrm>
            <a:off x="3418774" y="18752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9" name="Google Shape;359;p33"/>
          <p:cNvSpPr txBox="1"/>
          <p:nvPr>
            <p:ph idx="4" type="body"/>
          </p:nvPr>
        </p:nvSpPr>
        <p:spPr>
          <a:xfrm>
            <a:off x="3418774" y="2293921"/>
            <a:ext cx="2287800" cy="19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60" name="Google Shape;360;p33"/>
          <p:cNvSpPr txBox="1"/>
          <p:nvPr>
            <p:ph idx="5" type="title"/>
          </p:nvPr>
        </p:nvSpPr>
        <p:spPr>
          <a:xfrm>
            <a:off x="6367574" y="18752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1" name="Google Shape;361;p33"/>
          <p:cNvSpPr txBox="1"/>
          <p:nvPr>
            <p:ph idx="6" type="body"/>
          </p:nvPr>
        </p:nvSpPr>
        <p:spPr>
          <a:xfrm>
            <a:off x="6367574" y="2293921"/>
            <a:ext cx="2287800" cy="19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62" name="Google Shape;362;p33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63" name="Google Shape;363;p33"/>
          <p:cNvSpPr txBox="1"/>
          <p:nvPr>
            <p:ph idx="7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64" name="Google Shape;364;p33"/>
          <p:cNvSpPr txBox="1"/>
          <p:nvPr>
            <p:ph idx="8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8">
  <p:cSld name="CUSTOM_11_1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4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8" name="Google Shape;368;p34"/>
          <p:cNvSpPr txBox="1"/>
          <p:nvPr>
            <p:ph idx="2" type="title"/>
          </p:nvPr>
        </p:nvSpPr>
        <p:spPr>
          <a:xfrm>
            <a:off x="383450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9" name="Google Shape;369;p34"/>
          <p:cNvSpPr txBox="1"/>
          <p:nvPr>
            <p:ph idx="1" type="body"/>
          </p:nvPr>
        </p:nvSpPr>
        <p:spPr>
          <a:xfrm>
            <a:off x="383450" y="3067775"/>
            <a:ext cx="1915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0" name="Google Shape;370;p34"/>
          <p:cNvSpPr txBox="1"/>
          <p:nvPr>
            <p:ph idx="3" type="title"/>
          </p:nvPr>
        </p:nvSpPr>
        <p:spPr>
          <a:xfrm>
            <a:off x="2557472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1" name="Google Shape;371;p34"/>
          <p:cNvSpPr txBox="1"/>
          <p:nvPr>
            <p:ph idx="4" type="body"/>
          </p:nvPr>
        </p:nvSpPr>
        <p:spPr>
          <a:xfrm>
            <a:off x="2557472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2" name="Google Shape;372;p34"/>
          <p:cNvSpPr txBox="1"/>
          <p:nvPr>
            <p:ph idx="5" type="title"/>
          </p:nvPr>
        </p:nvSpPr>
        <p:spPr>
          <a:xfrm>
            <a:off x="4733201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3" name="Google Shape;373;p34"/>
          <p:cNvSpPr txBox="1"/>
          <p:nvPr>
            <p:ph idx="6" type="body"/>
          </p:nvPr>
        </p:nvSpPr>
        <p:spPr>
          <a:xfrm>
            <a:off x="4733189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4" name="Google Shape;374;p34"/>
          <p:cNvSpPr txBox="1"/>
          <p:nvPr>
            <p:ph idx="7" type="title"/>
          </p:nvPr>
        </p:nvSpPr>
        <p:spPr>
          <a:xfrm>
            <a:off x="6909873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5" name="Google Shape;375;p34"/>
          <p:cNvSpPr txBox="1"/>
          <p:nvPr>
            <p:ph idx="8" type="body"/>
          </p:nvPr>
        </p:nvSpPr>
        <p:spPr>
          <a:xfrm>
            <a:off x="6909884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6" name="Google Shape;376;p34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77" name="Google Shape;377;p34"/>
          <p:cNvSpPr txBox="1"/>
          <p:nvPr>
            <p:ph idx="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78" name="Google Shape;378;p34"/>
          <p:cNvSpPr txBox="1"/>
          <p:nvPr>
            <p:ph idx="1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8 - more text">
  <p:cSld name="CUSTOM_11_1_1_1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5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2" name="Google Shape;382;p35"/>
          <p:cNvSpPr txBox="1"/>
          <p:nvPr>
            <p:ph idx="2" type="title"/>
          </p:nvPr>
        </p:nvSpPr>
        <p:spPr>
          <a:xfrm>
            <a:off x="383450" y="1883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3" name="Google Shape;383;p35"/>
          <p:cNvSpPr txBox="1"/>
          <p:nvPr>
            <p:ph idx="1" type="body"/>
          </p:nvPr>
        </p:nvSpPr>
        <p:spPr>
          <a:xfrm>
            <a:off x="383450" y="2305775"/>
            <a:ext cx="19053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84" name="Google Shape;384;p35"/>
          <p:cNvSpPr txBox="1"/>
          <p:nvPr>
            <p:ph idx="3" type="title"/>
          </p:nvPr>
        </p:nvSpPr>
        <p:spPr>
          <a:xfrm>
            <a:off x="2557472" y="1883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5" name="Google Shape;385;p35"/>
          <p:cNvSpPr txBox="1"/>
          <p:nvPr>
            <p:ph idx="4" type="body"/>
          </p:nvPr>
        </p:nvSpPr>
        <p:spPr>
          <a:xfrm>
            <a:off x="2557475" y="2305775"/>
            <a:ext cx="19053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86" name="Google Shape;386;p35"/>
          <p:cNvSpPr txBox="1"/>
          <p:nvPr>
            <p:ph idx="5" type="title"/>
          </p:nvPr>
        </p:nvSpPr>
        <p:spPr>
          <a:xfrm>
            <a:off x="4733201" y="1883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7" name="Google Shape;387;p35"/>
          <p:cNvSpPr txBox="1"/>
          <p:nvPr>
            <p:ph idx="6" type="body"/>
          </p:nvPr>
        </p:nvSpPr>
        <p:spPr>
          <a:xfrm>
            <a:off x="4733175" y="2305775"/>
            <a:ext cx="19053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7" type="title"/>
          </p:nvPr>
        </p:nvSpPr>
        <p:spPr>
          <a:xfrm>
            <a:off x="6909873" y="1883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8" type="body"/>
          </p:nvPr>
        </p:nvSpPr>
        <p:spPr>
          <a:xfrm>
            <a:off x="6909875" y="2305775"/>
            <a:ext cx="19053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91" name="Google Shape;391;p35"/>
          <p:cNvSpPr txBox="1"/>
          <p:nvPr>
            <p:ph idx="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92" name="Google Shape;392;p35"/>
          <p:cNvSpPr txBox="1"/>
          <p:nvPr>
            <p:ph idx="1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9">
  <p:cSld name="CUSTOM_12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/>
          <p:cNvSpPr txBox="1"/>
          <p:nvPr>
            <p:ph idx="1" type="body"/>
          </p:nvPr>
        </p:nvSpPr>
        <p:spPr>
          <a:xfrm>
            <a:off x="475625" y="3424122"/>
            <a:ext cx="1554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96" name="Google Shape;396;p36"/>
          <p:cNvSpPr txBox="1"/>
          <p:nvPr>
            <p:ph type="title"/>
          </p:nvPr>
        </p:nvSpPr>
        <p:spPr>
          <a:xfrm>
            <a:off x="475625" y="3077922"/>
            <a:ext cx="1554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7" name="Google Shape;397;p36"/>
          <p:cNvSpPr txBox="1"/>
          <p:nvPr>
            <p:ph idx="2"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8" name="Google Shape;398;p36"/>
          <p:cNvSpPr txBox="1"/>
          <p:nvPr>
            <p:ph idx="3" type="title"/>
          </p:nvPr>
        </p:nvSpPr>
        <p:spPr>
          <a:xfrm>
            <a:off x="307254" y="2012935"/>
            <a:ext cx="24111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9" name="Google Shape;399;p36"/>
          <p:cNvSpPr txBox="1"/>
          <p:nvPr>
            <p:ph idx="4" type="body"/>
          </p:nvPr>
        </p:nvSpPr>
        <p:spPr>
          <a:xfrm>
            <a:off x="2682263" y="3424147"/>
            <a:ext cx="1554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0" name="Google Shape;400;p36"/>
          <p:cNvSpPr txBox="1"/>
          <p:nvPr>
            <p:ph idx="5" type="title"/>
          </p:nvPr>
        </p:nvSpPr>
        <p:spPr>
          <a:xfrm>
            <a:off x="2682263" y="3077947"/>
            <a:ext cx="1554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1" name="Google Shape;401;p36"/>
          <p:cNvSpPr txBox="1"/>
          <p:nvPr>
            <p:ph idx="6" type="body"/>
          </p:nvPr>
        </p:nvSpPr>
        <p:spPr>
          <a:xfrm>
            <a:off x="4888913" y="3424122"/>
            <a:ext cx="1554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2" name="Google Shape;402;p36"/>
          <p:cNvSpPr txBox="1"/>
          <p:nvPr>
            <p:ph idx="7" type="title"/>
          </p:nvPr>
        </p:nvSpPr>
        <p:spPr>
          <a:xfrm>
            <a:off x="4888913" y="3077922"/>
            <a:ext cx="1554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3" name="Google Shape;403;p36"/>
          <p:cNvSpPr txBox="1"/>
          <p:nvPr>
            <p:ph idx="8" type="body"/>
          </p:nvPr>
        </p:nvSpPr>
        <p:spPr>
          <a:xfrm>
            <a:off x="7095563" y="3424147"/>
            <a:ext cx="1554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4" name="Google Shape;404;p36"/>
          <p:cNvSpPr txBox="1"/>
          <p:nvPr>
            <p:ph idx="9" type="title"/>
          </p:nvPr>
        </p:nvSpPr>
        <p:spPr>
          <a:xfrm>
            <a:off x="7095563" y="3077947"/>
            <a:ext cx="1554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5" name="Google Shape;405;p36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406" name="Google Shape;406;p36"/>
          <p:cNvSpPr txBox="1"/>
          <p:nvPr>
            <p:ph idx="13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407" name="Google Shape;407;p36"/>
          <p:cNvSpPr txBox="1"/>
          <p:nvPr>
            <p:ph idx="14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2">
  <p:cSld name="CUSTOM_13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7"/>
          <p:cNvSpPr txBox="1"/>
          <p:nvPr>
            <p:ph type="title"/>
          </p:nvPr>
        </p:nvSpPr>
        <p:spPr>
          <a:xfrm>
            <a:off x="323585" y="270000"/>
            <a:ext cx="7239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1" name="Google Shape;411;p37"/>
          <p:cNvSpPr txBox="1"/>
          <p:nvPr>
            <p:ph idx="2" type="title"/>
          </p:nvPr>
        </p:nvSpPr>
        <p:spPr>
          <a:xfrm>
            <a:off x="323585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12" name="Google Shape;412;p37"/>
          <p:cNvSpPr txBox="1"/>
          <p:nvPr>
            <p:ph idx="3" type="title"/>
          </p:nvPr>
        </p:nvSpPr>
        <p:spPr>
          <a:xfrm>
            <a:off x="1981475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413" name="Google Shape;413;p37"/>
          <p:cNvSpPr txBox="1"/>
          <p:nvPr>
            <p:ph idx="4" type="title"/>
          </p:nvPr>
        </p:nvSpPr>
        <p:spPr>
          <a:xfrm>
            <a:off x="3737000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414" name="Google Shape;414;p37"/>
          <p:cNvSpPr txBox="1"/>
          <p:nvPr>
            <p:ph idx="5" type="title"/>
          </p:nvPr>
        </p:nvSpPr>
        <p:spPr>
          <a:xfrm>
            <a:off x="5492525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415" name="Google Shape;415;p37"/>
          <p:cNvSpPr txBox="1"/>
          <p:nvPr>
            <p:ph idx="6" type="title"/>
          </p:nvPr>
        </p:nvSpPr>
        <p:spPr>
          <a:xfrm>
            <a:off x="7265700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416" name="Google Shape;416;p37"/>
          <p:cNvSpPr txBox="1"/>
          <p:nvPr>
            <p:ph idx="1" type="subTitle"/>
          </p:nvPr>
        </p:nvSpPr>
        <p:spPr>
          <a:xfrm>
            <a:off x="1981475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17" name="Google Shape;417;p37"/>
          <p:cNvSpPr txBox="1"/>
          <p:nvPr>
            <p:ph idx="7" type="subTitle"/>
          </p:nvPr>
        </p:nvSpPr>
        <p:spPr>
          <a:xfrm>
            <a:off x="3737000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18" name="Google Shape;418;p37"/>
          <p:cNvSpPr txBox="1"/>
          <p:nvPr>
            <p:ph idx="8" type="subTitle"/>
          </p:nvPr>
        </p:nvSpPr>
        <p:spPr>
          <a:xfrm>
            <a:off x="1981475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19" name="Google Shape;419;p37"/>
          <p:cNvSpPr txBox="1"/>
          <p:nvPr>
            <p:ph idx="9" type="subTitle"/>
          </p:nvPr>
        </p:nvSpPr>
        <p:spPr>
          <a:xfrm>
            <a:off x="3737000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0" name="Google Shape;420;p37"/>
          <p:cNvSpPr txBox="1"/>
          <p:nvPr>
            <p:ph idx="13" type="subTitle"/>
          </p:nvPr>
        </p:nvSpPr>
        <p:spPr>
          <a:xfrm>
            <a:off x="1981475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1" name="Google Shape;421;p37"/>
          <p:cNvSpPr txBox="1"/>
          <p:nvPr>
            <p:ph idx="14" type="subTitle"/>
          </p:nvPr>
        </p:nvSpPr>
        <p:spPr>
          <a:xfrm>
            <a:off x="3737000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2" name="Google Shape;422;p37"/>
          <p:cNvSpPr txBox="1"/>
          <p:nvPr>
            <p:ph idx="15" type="subTitle"/>
          </p:nvPr>
        </p:nvSpPr>
        <p:spPr>
          <a:xfrm>
            <a:off x="1981475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3" name="Google Shape;423;p37"/>
          <p:cNvSpPr txBox="1"/>
          <p:nvPr>
            <p:ph idx="16" type="subTitle"/>
          </p:nvPr>
        </p:nvSpPr>
        <p:spPr>
          <a:xfrm>
            <a:off x="3737000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4" name="Google Shape;424;p37"/>
          <p:cNvSpPr txBox="1"/>
          <p:nvPr>
            <p:ph idx="17" type="subTitle"/>
          </p:nvPr>
        </p:nvSpPr>
        <p:spPr>
          <a:xfrm>
            <a:off x="1981475" y="19393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5" name="Google Shape;425;p37"/>
          <p:cNvSpPr txBox="1"/>
          <p:nvPr>
            <p:ph idx="18" type="subTitle"/>
          </p:nvPr>
        </p:nvSpPr>
        <p:spPr>
          <a:xfrm>
            <a:off x="1981475" y="25044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6" name="Google Shape;426;p37"/>
          <p:cNvSpPr txBox="1"/>
          <p:nvPr>
            <p:ph idx="19" type="subTitle"/>
          </p:nvPr>
        </p:nvSpPr>
        <p:spPr>
          <a:xfrm>
            <a:off x="1981475" y="30684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7" name="Google Shape;427;p37"/>
          <p:cNvSpPr txBox="1"/>
          <p:nvPr>
            <p:ph idx="20" type="subTitle"/>
          </p:nvPr>
        </p:nvSpPr>
        <p:spPr>
          <a:xfrm>
            <a:off x="1981475" y="36338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8" name="Google Shape;428;p37"/>
          <p:cNvSpPr txBox="1"/>
          <p:nvPr>
            <p:ph idx="21" type="subTitle"/>
          </p:nvPr>
        </p:nvSpPr>
        <p:spPr>
          <a:xfrm>
            <a:off x="3737000" y="19266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9" name="Google Shape;429;p37"/>
          <p:cNvSpPr txBox="1"/>
          <p:nvPr>
            <p:ph idx="22" type="subTitle"/>
          </p:nvPr>
        </p:nvSpPr>
        <p:spPr>
          <a:xfrm>
            <a:off x="3737000" y="24917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0" name="Google Shape;430;p37"/>
          <p:cNvSpPr txBox="1"/>
          <p:nvPr>
            <p:ph idx="23" type="subTitle"/>
          </p:nvPr>
        </p:nvSpPr>
        <p:spPr>
          <a:xfrm>
            <a:off x="3737000" y="30557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1" name="Google Shape;431;p37"/>
          <p:cNvSpPr txBox="1"/>
          <p:nvPr>
            <p:ph idx="24" type="subTitle"/>
          </p:nvPr>
        </p:nvSpPr>
        <p:spPr>
          <a:xfrm>
            <a:off x="3737000" y="36211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2" name="Google Shape;432;p37"/>
          <p:cNvSpPr txBox="1"/>
          <p:nvPr>
            <p:ph idx="25" type="subTitle"/>
          </p:nvPr>
        </p:nvSpPr>
        <p:spPr>
          <a:xfrm>
            <a:off x="323585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3" name="Google Shape;433;p37"/>
          <p:cNvSpPr txBox="1"/>
          <p:nvPr>
            <p:ph idx="26" type="subTitle"/>
          </p:nvPr>
        </p:nvSpPr>
        <p:spPr>
          <a:xfrm>
            <a:off x="323585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4" name="Google Shape;434;p37"/>
          <p:cNvSpPr txBox="1"/>
          <p:nvPr>
            <p:ph idx="27" type="subTitle"/>
          </p:nvPr>
        </p:nvSpPr>
        <p:spPr>
          <a:xfrm>
            <a:off x="323585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5" name="Google Shape;435;p37"/>
          <p:cNvSpPr txBox="1"/>
          <p:nvPr>
            <p:ph idx="28" type="subTitle"/>
          </p:nvPr>
        </p:nvSpPr>
        <p:spPr>
          <a:xfrm>
            <a:off x="323585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6" name="Google Shape;436;p37"/>
          <p:cNvSpPr txBox="1"/>
          <p:nvPr>
            <p:ph idx="29" type="subTitle"/>
          </p:nvPr>
        </p:nvSpPr>
        <p:spPr>
          <a:xfrm>
            <a:off x="323585" y="19393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7" name="Google Shape;437;p37"/>
          <p:cNvSpPr txBox="1"/>
          <p:nvPr>
            <p:ph idx="30" type="subTitle"/>
          </p:nvPr>
        </p:nvSpPr>
        <p:spPr>
          <a:xfrm>
            <a:off x="323585" y="25044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8" name="Google Shape;438;p37"/>
          <p:cNvSpPr txBox="1"/>
          <p:nvPr>
            <p:ph idx="31" type="subTitle"/>
          </p:nvPr>
        </p:nvSpPr>
        <p:spPr>
          <a:xfrm>
            <a:off x="323585" y="30684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9" name="Google Shape;439;p37"/>
          <p:cNvSpPr txBox="1"/>
          <p:nvPr>
            <p:ph idx="32" type="subTitle"/>
          </p:nvPr>
        </p:nvSpPr>
        <p:spPr>
          <a:xfrm>
            <a:off x="323585" y="36338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0" name="Google Shape;440;p37"/>
          <p:cNvSpPr txBox="1"/>
          <p:nvPr>
            <p:ph idx="33" type="subTitle"/>
          </p:nvPr>
        </p:nvSpPr>
        <p:spPr>
          <a:xfrm>
            <a:off x="7265700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1" name="Google Shape;441;p37"/>
          <p:cNvSpPr txBox="1"/>
          <p:nvPr>
            <p:ph idx="34" type="subTitle"/>
          </p:nvPr>
        </p:nvSpPr>
        <p:spPr>
          <a:xfrm>
            <a:off x="7265700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2" name="Google Shape;442;p37"/>
          <p:cNvSpPr txBox="1"/>
          <p:nvPr>
            <p:ph idx="35" type="subTitle"/>
          </p:nvPr>
        </p:nvSpPr>
        <p:spPr>
          <a:xfrm>
            <a:off x="7265700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3" name="Google Shape;443;p37"/>
          <p:cNvSpPr txBox="1"/>
          <p:nvPr>
            <p:ph idx="36" type="subTitle"/>
          </p:nvPr>
        </p:nvSpPr>
        <p:spPr>
          <a:xfrm>
            <a:off x="7265700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4" name="Google Shape;444;p37"/>
          <p:cNvSpPr txBox="1"/>
          <p:nvPr>
            <p:ph idx="37" type="subTitle"/>
          </p:nvPr>
        </p:nvSpPr>
        <p:spPr>
          <a:xfrm>
            <a:off x="7265700" y="19393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5" name="Google Shape;445;p37"/>
          <p:cNvSpPr txBox="1"/>
          <p:nvPr>
            <p:ph idx="38" type="subTitle"/>
          </p:nvPr>
        </p:nvSpPr>
        <p:spPr>
          <a:xfrm>
            <a:off x="7265700" y="25044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6" name="Google Shape;446;p37"/>
          <p:cNvSpPr txBox="1"/>
          <p:nvPr>
            <p:ph idx="39" type="subTitle"/>
          </p:nvPr>
        </p:nvSpPr>
        <p:spPr>
          <a:xfrm>
            <a:off x="7265700" y="30684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7" name="Google Shape;447;p37"/>
          <p:cNvSpPr txBox="1"/>
          <p:nvPr>
            <p:ph idx="40" type="subTitle"/>
          </p:nvPr>
        </p:nvSpPr>
        <p:spPr>
          <a:xfrm>
            <a:off x="7265700" y="36338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8" name="Google Shape;448;p37"/>
          <p:cNvSpPr txBox="1"/>
          <p:nvPr>
            <p:ph idx="41" type="subTitle"/>
          </p:nvPr>
        </p:nvSpPr>
        <p:spPr>
          <a:xfrm>
            <a:off x="5492525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9" name="Google Shape;449;p37"/>
          <p:cNvSpPr txBox="1"/>
          <p:nvPr>
            <p:ph idx="42" type="subTitle"/>
          </p:nvPr>
        </p:nvSpPr>
        <p:spPr>
          <a:xfrm>
            <a:off x="5492525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0" name="Google Shape;450;p37"/>
          <p:cNvSpPr txBox="1"/>
          <p:nvPr>
            <p:ph idx="43" type="subTitle"/>
          </p:nvPr>
        </p:nvSpPr>
        <p:spPr>
          <a:xfrm>
            <a:off x="5492525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1" name="Google Shape;451;p37"/>
          <p:cNvSpPr txBox="1"/>
          <p:nvPr>
            <p:ph idx="44" type="subTitle"/>
          </p:nvPr>
        </p:nvSpPr>
        <p:spPr>
          <a:xfrm>
            <a:off x="5492525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2" name="Google Shape;452;p37"/>
          <p:cNvSpPr txBox="1"/>
          <p:nvPr>
            <p:ph idx="45" type="subTitle"/>
          </p:nvPr>
        </p:nvSpPr>
        <p:spPr>
          <a:xfrm>
            <a:off x="5492525" y="19393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3" name="Google Shape;453;p37"/>
          <p:cNvSpPr txBox="1"/>
          <p:nvPr>
            <p:ph idx="46" type="subTitle"/>
          </p:nvPr>
        </p:nvSpPr>
        <p:spPr>
          <a:xfrm>
            <a:off x="5492525" y="25044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4" name="Google Shape;454;p37"/>
          <p:cNvSpPr txBox="1"/>
          <p:nvPr>
            <p:ph idx="47" type="subTitle"/>
          </p:nvPr>
        </p:nvSpPr>
        <p:spPr>
          <a:xfrm>
            <a:off x="5492525" y="30684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5" name="Google Shape;455;p37"/>
          <p:cNvSpPr txBox="1"/>
          <p:nvPr>
            <p:ph idx="48" type="subTitle"/>
          </p:nvPr>
        </p:nvSpPr>
        <p:spPr>
          <a:xfrm>
            <a:off x="5492525" y="36338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6" name="Google Shape;456;p37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457" name="Google Shape;457;p37"/>
          <p:cNvSpPr txBox="1"/>
          <p:nvPr>
            <p:ph idx="4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458" name="Google Shape;458;p37"/>
          <p:cNvSpPr txBox="1"/>
          <p:nvPr>
            <p:ph idx="50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3">
  <p:cSld name="CUSTOM_14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8"/>
          <p:cNvSpPr txBox="1"/>
          <p:nvPr>
            <p:ph type="title"/>
          </p:nvPr>
        </p:nvSpPr>
        <p:spPr>
          <a:xfrm>
            <a:off x="307254" y="270000"/>
            <a:ext cx="86349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07254" y="1639635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3" name="Google Shape;463;p38"/>
          <p:cNvSpPr txBox="1"/>
          <p:nvPr>
            <p:ph idx="3" type="title"/>
          </p:nvPr>
        </p:nvSpPr>
        <p:spPr>
          <a:xfrm>
            <a:off x="1981475" y="1639635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4" name="Google Shape;464;p38"/>
          <p:cNvSpPr txBox="1"/>
          <p:nvPr>
            <p:ph idx="4" type="title"/>
          </p:nvPr>
        </p:nvSpPr>
        <p:spPr>
          <a:xfrm>
            <a:off x="3737000" y="1639635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5" name="Google Shape;465;p38"/>
          <p:cNvSpPr txBox="1"/>
          <p:nvPr>
            <p:ph idx="5" type="title"/>
          </p:nvPr>
        </p:nvSpPr>
        <p:spPr>
          <a:xfrm>
            <a:off x="5492525" y="1639635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6" name="Google Shape;466;p38"/>
          <p:cNvSpPr txBox="1"/>
          <p:nvPr>
            <p:ph idx="6" type="title"/>
          </p:nvPr>
        </p:nvSpPr>
        <p:spPr>
          <a:xfrm>
            <a:off x="7265700" y="1639635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7" name="Google Shape;467;p38"/>
          <p:cNvSpPr txBox="1"/>
          <p:nvPr>
            <p:ph idx="7" type="title"/>
          </p:nvPr>
        </p:nvSpPr>
        <p:spPr>
          <a:xfrm>
            <a:off x="307254" y="2052105"/>
            <a:ext cx="1074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8" name="Google Shape;468;p38"/>
          <p:cNvSpPr txBox="1"/>
          <p:nvPr>
            <p:ph idx="8" type="title"/>
          </p:nvPr>
        </p:nvSpPr>
        <p:spPr>
          <a:xfrm>
            <a:off x="307254" y="2610874"/>
            <a:ext cx="1074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9" name="Google Shape;469;p38"/>
          <p:cNvSpPr txBox="1"/>
          <p:nvPr>
            <p:ph idx="9" type="title"/>
          </p:nvPr>
        </p:nvSpPr>
        <p:spPr>
          <a:xfrm>
            <a:off x="307254" y="3171163"/>
            <a:ext cx="1074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0" name="Google Shape;470;p38"/>
          <p:cNvSpPr txBox="1"/>
          <p:nvPr>
            <p:ph idx="13" type="title"/>
          </p:nvPr>
        </p:nvSpPr>
        <p:spPr>
          <a:xfrm>
            <a:off x="307254" y="3729825"/>
            <a:ext cx="1074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1" name="Google Shape;471;p38"/>
          <p:cNvSpPr txBox="1"/>
          <p:nvPr>
            <p:ph idx="14" type="title"/>
          </p:nvPr>
        </p:nvSpPr>
        <p:spPr>
          <a:xfrm>
            <a:off x="1981475" y="2139560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2" name="Google Shape;472;p38"/>
          <p:cNvSpPr txBox="1"/>
          <p:nvPr>
            <p:ph idx="15" type="title"/>
          </p:nvPr>
        </p:nvSpPr>
        <p:spPr>
          <a:xfrm>
            <a:off x="3737000" y="2139560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3" name="Google Shape;473;p38"/>
          <p:cNvSpPr txBox="1"/>
          <p:nvPr>
            <p:ph idx="16" type="title"/>
          </p:nvPr>
        </p:nvSpPr>
        <p:spPr>
          <a:xfrm>
            <a:off x="5492525" y="2139560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4" name="Google Shape;474;p38"/>
          <p:cNvSpPr txBox="1"/>
          <p:nvPr>
            <p:ph idx="17" type="title"/>
          </p:nvPr>
        </p:nvSpPr>
        <p:spPr>
          <a:xfrm>
            <a:off x="7265700" y="2139560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5" name="Google Shape;475;p38"/>
          <p:cNvSpPr txBox="1"/>
          <p:nvPr>
            <p:ph idx="18" type="title"/>
          </p:nvPr>
        </p:nvSpPr>
        <p:spPr>
          <a:xfrm>
            <a:off x="1981475" y="2703596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6" name="Google Shape;476;p38"/>
          <p:cNvSpPr txBox="1"/>
          <p:nvPr>
            <p:ph idx="19" type="title"/>
          </p:nvPr>
        </p:nvSpPr>
        <p:spPr>
          <a:xfrm>
            <a:off x="3737000" y="2703596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7" name="Google Shape;477;p38"/>
          <p:cNvSpPr txBox="1"/>
          <p:nvPr>
            <p:ph idx="20" type="title"/>
          </p:nvPr>
        </p:nvSpPr>
        <p:spPr>
          <a:xfrm>
            <a:off x="5492525" y="2703596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8" name="Google Shape;478;p38"/>
          <p:cNvSpPr txBox="1"/>
          <p:nvPr>
            <p:ph idx="21" type="title"/>
          </p:nvPr>
        </p:nvSpPr>
        <p:spPr>
          <a:xfrm>
            <a:off x="7265700" y="2703596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9" name="Google Shape;479;p38"/>
          <p:cNvSpPr txBox="1"/>
          <p:nvPr>
            <p:ph idx="22" type="title"/>
          </p:nvPr>
        </p:nvSpPr>
        <p:spPr>
          <a:xfrm>
            <a:off x="1981475" y="3240547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0" name="Google Shape;480;p38"/>
          <p:cNvSpPr txBox="1"/>
          <p:nvPr>
            <p:ph idx="23" type="title"/>
          </p:nvPr>
        </p:nvSpPr>
        <p:spPr>
          <a:xfrm>
            <a:off x="3737000" y="3240547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1" name="Google Shape;481;p38"/>
          <p:cNvSpPr txBox="1"/>
          <p:nvPr>
            <p:ph idx="24" type="title"/>
          </p:nvPr>
        </p:nvSpPr>
        <p:spPr>
          <a:xfrm>
            <a:off x="5492525" y="3240547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2" name="Google Shape;482;p38"/>
          <p:cNvSpPr txBox="1"/>
          <p:nvPr>
            <p:ph idx="25" type="title"/>
          </p:nvPr>
        </p:nvSpPr>
        <p:spPr>
          <a:xfrm>
            <a:off x="7265700" y="3240547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3" name="Google Shape;483;p38"/>
          <p:cNvSpPr txBox="1"/>
          <p:nvPr>
            <p:ph idx="26" type="title"/>
          </p:nvPr>
        </p:nvSpPr>
        <p:spPr>
          <a:xfrm>
            <a:off x="1981475" y="3783794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4" name="Google Shape;484;p38"/>
          <p:cNvSpPr txBox="1"/>
          <p:nvPr>
            <p:ph idx="27" type="title"/>
          </p:nvPr>
        </p:nvSpPr>
        <p:spPr>
          <a:xfrm>
            <a:off x="3737000" y="3783794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5" name="Google Shape;485;p38"/>
          <p:cNvSpPr txBox="1"/>
          <p:nvPr>
            <p:ph idx="28" type="title"/>
          </p:nvPr>
        </p:nvSpPr>
        <p:spPr>
          <a:xfrm>
            <a:off x="5492525" y="3783794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6" name="Google Shape;486;p38"/>
          <p:cNvSpPr txBox="1"/>
          <p:nvPr>
            <p:ph idx="29" type="title"/>
          </p:nvPr>
        </p:nvSpPr>
        <p:spPr>
          <a:xfrm>
            <a:off x="7265700" y="3783794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7" name="Google Shape;487;p38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488" name="Google Shape;488;p38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489" name="Google Shape;489;p38"/>
          <p:cNvSpPr txBox="1"/>
          <p:nvPr>
            <p:ph idx="30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 Other explorations 1">
  <p:cSld name="CUSTOM_15_1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9"/>
          <p:cNvSpPr txBox="1"/>
          <p:nvPr>
            <p:ph type="title"/>
          </p:nvPr>
        </p:nvSpPr>
        <p:spPr>
          <a:xfrm>
            <a:off x="317550" y="280950"/>
            <a:ext cx="3477300" cy="24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3" name="Google Shape;493;p39"/>
          <p:cNvSpPr txBox="1"/>
          <p:nvPr>
            <p:ph idx="1" type="subTitle"/>
          </p:nvPr>
        </p:nvSpPr>
        <p:spPr>
          <a:xfrm>
            <a:off x="317550" y="3167239"/>
            <a:ext cx="29019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Urbanist SemiBold"/>
              <a:buNone/>
              <a:defRPr sz="15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4" name="Google Shape;494;p39"/>
          <p:cNvSpPr txBox="1"/>
          <p:nvPr>
            <p:ph idx="2" type="title"/>
          </p:nvPr>
        </p:nvSpPr>
        <p:spPr>
          <a:xfrm>
            <a:off x="5672366" y="-446192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5" name="Google Shape;495;p39"/>
          <p:cNvSpPr txBox="1"/>
          <p:nvPr>
            <p:ph idx="3" type="title"/>
          </p:nvPr>
        </p:nvSpPr>
        <p:spPr>
          <a:xfrm>
            <a:off x="5672366" y="-2308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6" name="Google Shape;496;p39"/>
          <p:cNvSpPr txBox="1"/>
          <p:nvPr>
            <p:ph idx="4" type="title"/>
          </p:nvPr>
        </p:nvSpPr>
        <p:spPr>
          <a:xfrm>
            <a:off x="5672366" y="4000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7" name="Google Shape;497;p39"/>
          <p:cNvSpPr txBox="1"/>
          <p:nvPr>
            <p:ph idx="5" type="title"/>
          </p:nvPr>
        </p:nvSpPr>
        <p:spPr>
          <a:xfrm>
            <a:off x="5672366" y="8231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8" name="Google Shape;498;p39"/>
          <p:cNvSpPr txBox="1"/>
          <p:nvPr>
            <p:ph idx="6" type="title"/>
          </p:nvPr>
        </p:nvSpPr>
        <p:spPr>
          <a:xfrm>
            <a:off x="5672366" y="12462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9" name="Google Shape;499;p39"/>
          <p:cNvSpPr txBox="1"/>
          <p:nvPr>
            <p:ph idx="7" type="title"/>
          </p:nvPr>
        </p:nvSpPr>
        <p:spPr>
          <a:xfrm>
            <a:off x="5672366" y="16693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0" name="Google Shape;500;p39"/>
          <p:cNvSpPr txBox="1"/>
          <p:nvPr>
            <p:ph idx="8" type="title"/>
          </p:nvPr>
        </p:nvSpPr>
        <p:spPr>
          <a:xfrm>
            <a:off x="5672366" y="20924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1" name="Google Shape;501;p39"/>
          <p:cNvSpPr txBox="1"/>
          <p:nvPr>
            <p:ph idx="9" type="title"/>
          </p:nvPr>
        </p:nvSpPr>
        <p:spPr>
          <a:xfrm>
            <a:off x="5672366" y="25155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2" name="Google Shape;502;p39"/>
          <p:cNvSpPr txBox="1"/>
          <p:nvPr>
            <p:ph idx="13" type="title"/>
          </p:nvPr>
        </p:nvSpPr>
        <p:spPr>
          <a:xfrm>
            <a:off x="5672366" y="29386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3" name="Google Shape;503;p39"/>
          <p:cNvSpPr txBox="1"/>
          <p:nvPr>
            <p:ph idx="14" type="title"/>
          </p:nvPr>
        </p:nvSpPr>
        <p:spPr>
          <a:xfrm>
            <a:off x="5672366" y="-789917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4" name="Google Shape;504;p39"/>
          <p:cNvSpPr txBox="1"/>
          <p:nvPr>
            <p:ph idx="15" type="title"/>
          </p:nvPr>
        </p:nvSpPr>
        <p:spPr>
          <a:xfrm>
            <a:off x="5672366" y="33617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5" name="Google Shape;505;p39"/>
          <p:cNvSpPr txBox="1"/>
          <p:nvPr>
            <p:ph idx="16" type="title"/>
          </p:nvPr>
        </p:nvSpPr>
        <p:spPr>
          <a:xfrm>
            <a:off x="5672366" y="37848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6" name="Google Shape;506;p39"/>
          <p:cNvSpPr txBox="1"/>
          <p:nvPr>
            <p:ph idx="17" type="title"/>
          </p:nvPr>
        </p:nvSpPr>
        <p:spPr>
          <a:xfrm>
            <a:off x="5672366" y="42079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7" name="Google Shape;507;p39"/>
          <p:cNvSpPr txBox="1"/>
          <p:nvPr>
            <p:ph idx="18" type="title"/>
          </p:nvPr>
        </p:nvSpPr>
        <p:spPr>
          <a:xfrm>
            <a:off x="5672366" y="46310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30000" y="346200"/>
            <a:ext cx="8634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rbanist ExtraBold"/>
              <a:buNone/>
              <a:defRPr b="0" i="0" sz="2600" u="none" cap="none" strike="noStrike">
                <a:solidFill>
                  <a:schemeClr val="dk1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3800" y="1724488"/>
            <a:ext cx="8638979" cy="2763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DM Sans"/>
              <a:buChar char="•"/>
              <a:defRPr b="0" i="0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marR="0" rtl="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DM Sans"/>
              <a:buChar char="•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8450" lvl="3" marL="18288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DM Sans"/>
              <a:buChar char="•"/>
              <a:defRPr b="0" i="0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8450" lvl="4" marL="228600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DM Sans"/>
              <a:buChar char="•"/>
              <a:defRPr b="0" i="0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8">
          <p15:clr>
            <a:srgbClr val="C35EA4"/>
          </p15:clr>
        </p15:guide>
        <p15:guide id="2" pos="5602">
          <p15:clr>
            <a:srgbClr val="C35EA4"/>
          </p15:clr>
        </p15:guide>
        <p15:guide id="3" orient="horz" pos="3083">
          <p15:clr>
            <a:srgbClr val="C35EA4"/>
          </p15:clr>
        </p15:guide>
        <p15:guide id="4" orient="horz" pos="168">
          <p15:clr>
            <a:srgbClr val="C35E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hyperlink" Target="https://example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title-bg.jpg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>
                <a:solidFill>
                  <a:srgbClr val="FFFFFF"/>
                </a:solidFill>
                <a:latin typeface="Arial Black"/>
              </a:rPr>
              <a:t>Project Horizon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>
                <a:solidFill>
                  <a:srgbClr val="F97316"/>
                </a:solidFill>
                <a:latin typeface="Arial Black"/>
              </a:rPr>
              <a:t>Next-Gen Developer Platform</a:t>
            </a:r>
          </a:p>
          <a:p>
            <a:pPr algn="l">
              <a:spcBef>
                <a:spcPts val="1600"/>
              </a:spcBef>
            </a:pPr>
            <a:r>
              <a:rPr sz="1600">
                <a:solidFill>
                  <a:srgbClr val="FFFFFF"/>
                </a:solidFill>
                <a:latin typeface="Arial"/>
              </a:rPr>
              <a:t>Platform Engineering | Q2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Agenda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pic>
        <p:nvPicPr>
          <p:cNvPr id="5" name="Picture 4" descr="agenda-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777240"/>
            <a:ext cx="3602736" cy="3611879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4572000" y="777240"/>
            <a:ext cx="4224528" cy="0"/>
          </a:xfrm>
          <a:prstGeom prst="line">
            <a:avLst/>
          </a:prstGeom>
          <a:ln w="9525">
            <a:solidFill>
              <a:srgbClr val="6C2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663440" y="886968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6C2BD9"/>
                </a:solidFill>
                <a:latin typeface="Arial Black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886968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C2BD9"/>
                </a:solidFill>
                <a:latin typeface="Arial"/>
              </a:rPr>
              <a:t>Current State Assessment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1379220"/>
            <a:ext cx="4224528" cy="0"/>
          </a:xfrm>
          <a:prstGeom prst="line">
            <a:avLst/>
          </a:prstGeom>
          <a:ln w="9525">
            <a:solidFill>
              <a:srgbClr val="6C2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63440" y="1488948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6C2BD9"/>
                </a:solidFill>
                <a:latin typeface="Arial Black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488948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C2BD9"/>
                </a:solidFill>
                <a:latin typeface="Arial"/>
              </a:rPr>
              <a:t>Platform Vision &amp; Pillars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" y="1981199"/>
            <a:ext cx="4224528" cy="0"/>
          </a:xfrm>
          <a:prstGeom prst="line">
            <a:avLst/>
          </a:prstGeom>
          <a:ln w="9525">
            <a:solidFill>
              <a:srgbClr val="6C2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63440" y="2090928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6C2BD9"/>
                </a:solidFill>
                <a:latin typeface="Arial Black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090928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C2BD9"/>
                </a:solidFill>
                <a:latin typeface="Arial"/>
              </a:rPr>
              <a:t>Adoption Roadmap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0" y="2583179"/>
            <a:ext cx="4224528" cy="0"/>
          </a:xfrm>
          <a:prstGeom prst="line">
            <a:avLst/>
          </a:prstGeom>
          <a:ln w="9525">
            <a:solidFill>
              <a:srgbClr val="6C2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63440" y="2692908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6C2BD9"/>
                </a:solidFill>
                <a:latin typeface="Arial Black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692908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C2BD9"/>
                </a:solidFill>
                <a:latin typeface="Arial"/>
              </a:rPr>
              <a:t>Target Metrics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3185159"/>
            <a:ext cx="4224528" cy="0"/>
          </a:xfrm>
          <a:prstGeom prst="line">
            <a:avLst/>
          </a:prstGeom>
          <a:ln w="9525">
            <a:solidFill>
              <a:srgbClr val="6C2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63440" y="3294887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6C2BD9"/>
                </a:solidFill>
                <a:latin typeface="Arial Black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294887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C2BD9"/>
                </a:solidFill>
                <a:latin typeface="Arial"/>
              </a:rPr>
              <a:t>Build vs Buy Analysis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0" y="3787139"/>
            <a:ext cx="4224528" cy="0"/>
          </a:xfrm>
          <a:prstGeom prst="line">
            <a:avLst/>
          </a:prstGeom>
          <a:ln w="9525">
            <a:solidFill>
              <a:srgbClr val="6C2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63440" y="3896867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6C2BD9"/>
                </a:solidFill>
                <a:latin typeface="Arial Black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896867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C2BD9"/>
                </a:solidFill>
                <a:latin typeface="Arial"/>
              </a:rPr>
              <a:t>Projected Impact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0" y="4389119"/>
            <a:ext cx="4224528" cy="0"/>
          </a:xfrm>
          <a:prstGeom prst="line">
            <a:avLst/>
          </a:prstGeom>
          <a:ln w="9525">
            <a:solidFill>
              <a:srgbClr val="6C2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Current State — Where We Are Today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07899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2BD9"/>
                </a:solidFill>
                <a:latin typeface="Arial Black"/>
              </a:rPr>
              <a:t>Pain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353312"/>
            <a:ext cx="4160520" cy="103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E1B4B"/>
                </a:solidFill>
                <a:latin typeface="Arial"/>
              </a:rPr>
              <a:t>45-minute average deploy cycle</a:t>
            </a:r>
          </a:p>
          <a:p/>
          <a:p>
            <a:r>
              <a:rPr sz="1000">
                <a:solidFill>
                  <a:srgbClr val="1E1B4B"/>
                </a:solidFill>
                <a:latin typeface="Arial"/>
              </a:rPr>
              <a:t>3.2 incidents per week from config drift</a:t>
            </a:r>
          </a:p>
          <a:p/>
          <a:p>
            <a:r>
              <a:rPr sz="1000">
                <a:solidFill>
                  <a:srgbClr val="1E1B4B"/>
                </a:solidFill>
                <a:latin typeface="Arial"/>
              </a:rPr>
              <a:t>14 days to onboard a new engineer</a:t>
            </a:r>
          </a:p>
          <a:p/>
          <a:p>
            <a:r>
              <a:rPr sz="1000">
                <a:solidFill>
                  <a:srgbClr val="1E1B4B"/>
                </a:solidFill>
                <a:latin typeface="Arial"/>
              </a:rPr>
              <a:t>No standardized service templates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2521712"/>
            <a:ext cx="4663440" cy="0"/>
          </a:xfrm>
          <a:prstGeom prst="line">
            <a:avLst/>
          </a:prstGeom>
          <a:ln w="9525">
            <a:solidFill>
              <a:srgbClr val="6C2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617720" y="2704591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2BD9"/>
                </a:solidFill>
                <a:latin typeface="Arial Black"/>
              </a:rPr>
              <a:t>Target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978911"/>
            <a:ext cx="4160520" cy="103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E1B4B"/>
                </a:solidFill>
                <a:latin typeface="Arial"/>
              </a:rPr>
              <a:t>Sub-5-minute deploys via self-service CI/CD</a:t>
            </a:r>
          </a:p>
          <a:p/>
          <a:p>
            <a:r>
              <a:rPr sz="1000">
                <a:solidFill>
                  <a:srgbClr val="1E1B4B"/>
                </a:solidFill>
                <a:latin typeface="Arial"/>
              </a:rPr>
              <a:t>Zero-drift infrastructure as code</a:t>
            </a:r>
          </a:p>
          <a:p/>
          <a:p>
            <a:r>
              <a:rPr sz="1000">
                <a:solidFill>
                  <a:srgbClr val="1E1B4B"/>
                </a:solidFill>
                <a:latin typeface="Arial"/>
              </a:rPr>
              <a:t>2-day engineer onboarding</a:t>
            </a:r>
          </a:p>
          <a:p/>
          <a:p>
            <a:r>
              <a:rPr sz="1000">
                <a:solidFill>
                  <a:srgbClr val="1E1B4B"/>
                </a:solidFill>
                <a:latin typeface="Arial"/>
              </a:rPr>
              <a:t>Golden paths for every service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896111"/>
            <a:ext cx="3474720" cy="337413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ink-01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261872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4440" y="1170431"/>
            <a:ext cx="2560320" cy="57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>
                <a:solidFill>
                  <a:srgbClr val="6C2BD9"/>
                </a:solidFill>
                <a:latin typeface="Arial Black"/>
              </a:rPr>
              <a:t>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78612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E1B4B"/>
                </a:solidFill>
                <a:latin typeface="Arial"/>
              </a:rPr>
              <a:t>Deploy Cycle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59" y="2087880"/>
            <a:ext cx="2926080" cy="0"/>
          </a:xfrm>
          <a:prstGeom prst="line">
            <a:avLst/>
          </a:prstGeom>
          <a:ln w="6350">
            <a:solidFill>
              <a:srgbClr val="C4B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pink-02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2252472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4440" y="2161032"/>
            <a:ext cx="2560320" cy="57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>
                <a:solidFill>
                  <a:srgbClr val="6C2BD9"/>
                </a:solidFill>
                <a:latin typeface="Arial Black"/>
              </a:rPr>
              <a:t>3.2/wk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776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E1B4B"/>
                </a:solidFill>
                <a:latin typeface="Arial"/>
              </a:rPr>
              <a:t>Config Incidents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59" y="3078480"/>
            <a:ext cx="2926080" cy="0"/>
          </a:xfrm>
          <a:prstGeom prst="line">
            <a:avLst/>
          </a:prstGeom>
          <a:ln w="6350">
            <a:solidFill>
              <a:srgbClr val="C4B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34440" y="3151632"/>
            <a:ext cx="2560320" cy="57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>
                <a:solidFill>
                  <a:srgbClr val="6C2BD9"/>
                </a:solidFill>
                <a:latin typeface="Arial Black"/>
              </a:rPr>
              <a:t>14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7673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E1B4B"/>
                </a:solidFill>
                <a:latin typeface="Arial"/>
              </a:rPr>
              <a:t>Onboarding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Platform Pillars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904238"/>
            <a:ext cx="2057400" cy="1540763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2013966"/>
            <a:ext cx="18379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C2BD9"/>
                </a:solidFill>
                <a:latin typeface="Arial Black"/>
              </a:rPr>
              <a:t>Self-Service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2343150"/>
            <a:ext cx="1837943" cy="992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E1B4B"/>
                </a:solidFill>
                <a:latin typeface="Arial"/>
              </a:rPr>
              <a:t>Terraform modules with guardrails</a:t>
            </a:r>
          </a:p>
          <a:p/>
          <a:p>
            <a:r>
              <a:rPr sz="900">
                <a:solidFill>
                  <a:srgbClr val="1E1B4B"/>
                </a:solidFill>
                <a:latin typeface="Arial"/>
              </a:rPr>
              <a:t>One-click environment provisioning</a:t>
            </a:r>
          </a:p>
          <a:p/>
          <a:p>
            <a:r>
              <a:rPr sz="900">
                <a:solidFill>
                  <a:srgbClr val="1E1B4B"/>
                </a:solidFill>
                <a:latin typeface="Arial"/>
              </a:rPr>
              <a:t>Cost-aware resource defaults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904238"/>
            <a:ext cx="2057400" cy="1540763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8608" y="2013966"/>
            <a:ext cx="18379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C2BD9"/>
                </a:solidFill>
                <a:latin typeface="Arial Black"/>
              </a:rPr>
              <a:t>CI/CD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343150"/>
            <a:ext cx="1837943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E1B4B"/>
                </a:solidFill>
                <a:latin typeface="Arial"/>
              </a:rPr>
              <a:t>Standardized build and deploy</a:t>
            </a:r>
          </a:p>
          <a:p/>
          <a:p>
            <a:r>
              <a:rPr sz="900">
                <a:solidFill>
                  <a:srgbClr val="1E1B4B"/>
                </a:solidFill>
                <a:latin typeface="Arial"/>
              </a:rPr>
              <a:t>Automatic security scanning</a:t>
            </a:r>
          </a:p>
          <a:p/>
          <a:p>
            <a:r>
              <a:rPr sz="900">
                <a:solidFill>
                  <a:srgbClr val="1E1B4B"/>
                </a:solidFill>
                <a:latin typeface="Arial"/>
              </a:rPr>
              <a:t>Canary deployments by default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904238"/>
            <a:ext cx="2057400" cy="1540763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013966"/>
            <a:ext cx="18379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C2BD9"/>
                </a:solidFill>
                <a:latin typeface="Arial Black"/>
              </a:rPr>
              <a:t>Service Catalog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343150"/>
            <a:ext cx="1837943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E1B4B"/>
                </a:solidFill>
                <a:latin typeface="Arial"/>
              </a:rPr>
              <a:t>Golden path service templates</a:t>
            </a:r>
          </a:p>
          <a:p/>
          <a:p>
            <a:r>
              <a:rPr sz="900">
                <a:solidFill>
                  <a:srgbClr val="1E1B4B"/>
                </a:solidFill>
                <a:latin typeface="Arial"/>
              </a:rPr>
              <a:t>API-first design standards</a:t>
            </a:r>
          </a:p>
          <a:p/>
          <a:p>
            <a:r>
              <a:rPr sz="900">
                <a:solidFill>
                  <a:srgbClr val="1E1B4B"/>
                </a:solidFill>
                <a:latin typeface="Arial"/>
              </a:rPr>
              <a:t>Ownership and dependency tracking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904238"/>
            <a:ext cx="2057400" cy="1540763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2013966"/>
            <a:ext cx="18379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C2BD9"/>
                </a:solidFill>
                <a:latin typeface="Arial Black"/>
              </a:rPr>
              <a:t>Observability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343150"/>
            <a:ext cx="1837943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E1B4B"/>
                </a:solidFill>
                <a:latin typeface="Arial"/>
              </a:rPr>
              <a:t>Unified metrics and tracing</a:t>
            </a:r>
          </a:p>
          <a:p/>
          <a:p>
            <a:r>
              <a:rPr sz="900">
                <a:solidFill>
                  <a:srgbClr val="1E1B4B"/>
                </a:solidFill>
                <a:latin typeface="Arial"/>
              </a:rPr>
              <a:t>SLA-driven alerting</a:t>
            </a:r>
          </a:p>
          <a:p/>
          <a:p>
            <a:r>
              <a:rPr sz="900">
                <a:solidFill>
                  <a:srgbClr val="1E1B4B"/>
                </a:solidFill>
                <a:latin typeface="Arial"/>
              </a:rPr>
              <a:t>Real-time cost dashboards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Adoption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2057400"/>
          <a:ext cx="8503917" cy="128016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1776184"/>
                <a:gridCol w="2964533"/>
                <a:gridCol w="2420531"/>
                <a:gridCol w="1342669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 Black"/>
                        </a:rPr>
                        <a:t>Phase</a:t>
                      </a:r>
                    </a:p>
                  </a:txBody>
                  <a:tcPr marL="73152" marR="45720" marT="36576" marB="36576">
                    <a:solidFill>
                      <a:srgbClr val="6C2BD9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0" cmpd="sng">
                      <a:noFill/>
                    </a:lnT>
                    <a:lnB w="19050" cmpd="sng">
                      <a:solidFill>
                        <a:srgbClr val="FF80D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 Black"/>
                        </a:rPr>
                        <a:t>Scope</a:t>
                      </a:r>
                    </a:p>
                  </a:txBody>
                  <a:tcPr marL="73152" marR="45720" marT="36576" marB="36576">
                    <a:solidFill>
                      <a:srgbClr val="6C2BD9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0" cmpd="sng">
                      <a:noFill/>
                    </a:lnT>
                    <a:lnB w="19050" cmpd="sng">
                      <a:solidFill>
                        <a:srgbClr val="FF80D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 Black"/>
                        </a:rPr>
                        <a:t>Teams</a:t>
                      </a:r>
                    </a:p>
                  </a:txBody>
                  <a:tcPr marL="73152" marR="45720" marT="36576" marB="36576">
                    <a:solidFill>
                      <a:srgbClr val="6C2BD9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0" cmpd="sng">
                      <a:noFill/>
                    </a:lnT>
                    <a:lnB w="19050" cmpd="sng">
                      <a:solidFill>
                        <a:srgbClr val="FF80D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 Black"/>
                        </a:rPr>
                        <a:t>Timeline</a:t>
                      </a:r>
                    </a:p>
                  </a:txBody>
                  <a:tcPr marL="73152" marR="45720" marT="36576" marB="36576">
                    <a:solidFill>
                      <a:srgbClr val="6C2BD9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0" cmpd="sng">
                      <a:noFill/>
                    </a:lnT>
                    <a:lnB w="19050" cmpd="sng">
                      <a:solidFill>
                        <a:srgbClr val="FF80D4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C2BD9"/>
                          </a:solidFill>
                          <a:latin typeface="Arial"/>
                        </a:rPr>
                        <a:t>Foundation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B4B"/>
                          </a:solidFill>
                          <a:latin typeface="Arial"/>
                        </a:rPr>
                        <a:t>CI/CD pipeline, service catalog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B4B"/>
                          </a:solidFill>
                          <a:latin typeface="Arial"/>
                        </a:rPr>
                        <a:t>Platform + 2 pilot teams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B4B"/>
                          </a:solidFill>
                          <a:latin typeface="Arial"/>
                        </a:rPr>
                        <a:t>Q2 2026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C2BD9"/>
                          </a:solidFill>
                          <a:latin typeface="Arial"/>
                        </a:rPr>
                        <a:t>Early Adopters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B4B"/>
                          </a:solidFill>
                          <a:latin typeface="Arial"/>
                        </a:rPr>
                        <a:t>Self-service infra, golden paths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B4B"/>
                          </a:solidFill>
                          <a:latin typeface="Arial"/>
                        </a:rPr>
                        <a:t>8 volunteer teams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B4B"/>
                          </a:solidFill>
                          <a:latin typeface="Arial"/>
                        </a:rPr>
                        <a:t>Q3 2026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C2BD9"/>
                          </a:solidFill>
                          <a:latin typeface="Arial"/>
                        </a:rPr>
                        <a:t>Scaling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B4B"/>
                          </a:solidFill>
                          <a:latin typeface="Arial"/>
                        </a:rPr>
                        <a:t>Full observability, cost tooling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B4B"/>
                          </a:solidFill>
                          <a:latin typeface="Arial"/>
                        </a:rPr>
                        <a:t>All engineering (24 teams)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B4B"/>
                          </a:solidFill>
                          <a:latin typeface="Arial"/>
                        </a:rPr>
                        <a:t>Q4 2026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C2BD9"/>
                          </a:solidFill>
                          <a:latin typeface="Arial"/>
                        </a:rPr>
                        <a:t>Maturity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B4B"/>
                          </a:solidFill>
                          <a:latin typeface="Arial"/>
                        </a:rPr>
                        <a:t>Self-service everything, metrics-driven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B4B"/>
                          </a:solidFill>
                          <a:latin typeface="Arial"/>
                        </a:rPr>
                        <a:t>Organization-wide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B4B"/>
                          </a:solidFill>
                          <a:latin typeface="Arial"/>
                        </a:rPr>
                        <a:t>Q1 2027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Engineering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777240"/>
            <a:ext cx="121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C2BD9"/>
                </a:solidFill>
                <a:latin typeface="Arial Black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27960" y="777240"/>
            <a:ext cx="12191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C2BD9"/>
                </a:solidFill>
                <a:latin typeface="Arial Black"/>
              </a:rPr>
              <a:t>Phase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47160" y="777240"/>
            <a:ext cx="121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C2BD9"/>
                </a:solidFill>
                <a:latin typeface="Arial Black"/>
              </a:rPr>
              <a:t>Phase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777240"/>
            <a:ext cx="12191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C2BD9"/>
                </a:solidFill>
                <a:latin typeface="Arial Black"/>
              </a:rPr>
              <a:t>Phase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5559" y="777240"/>
            <a:ext cx="121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C2BD9"/>
                </a:solidFill>
                <a:latin typeface="Arial Black"/>
              </a:rPr>
              <a:t>Phase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4760" y="777240"/>
            <a:ext cx="121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C2BD9"/>
                </a:solidFill>
                <a:latin typeface="Arial Black"/>
              </a:rPr>
              <a:t>Phase 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08760" y="1097280"/>
            <a:ext cx="7315200" cy="0"/>
          </a:xfrm>
          <a:prstGeom prst="line">
            <a:avLst/>
          </a:prstGeom>
          <a:ln w="12700">
            <a:solidFill>
              <a:srgbClr val="6C2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27960" y="1097280"/>
            <a:ext cx="0" cy="3383280"/>
          </a:xfrm>
          <a:prstGeom prst="line">
            <a:avLst/>
          </a:prstGeom>
          <a:ln w="6350">
            <a:solidFill>
              <a:srgbClr val="C4B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47160" y="1097280"/>
            <a:ext cx="0" cy="3383280"/>
          </a:xfrm>
          <a:prstGeom prst="line">
            <a:avLst/>
          </a:prstGeom>
          <a:ln w="6350">
            <a:solidFill>
              <a:srgbClr val="C4B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66360" y="1097280"/>
            <a:ext cx="0" cy="3383280"/>
          </a:xfrm>
          <a:prstGeom prst="line">
            <a:avLst/>
          </a:prstGeom>
          <a:ln w="6350">
            <a:solidFill>
              <a:srgbClr val="C4B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85559" y="1097280"/>
            <a:ext cx="0" cy="3383280"/>
          </a:xfrm>
          <a:prstGeom prst="line">
            <a:avLst/>
          </a:prstGeom>
          <a:ln w="6350">
            <a:solidFill>
              <a:srgbClr val="C4B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0" y="1097280"/>
            <a:ext cx="0" cy="3383280"/>
          </a:xfrm>
          <a:prstGeom prst="line">
            <a:avLst/>
          </a:prstGeom>
          <a:ln w="6350">
            <a:solidFill>
              <a:srgbClr val="C4B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20040" y="11887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C2BD9"/>
                </a:solidFill>
                <a:latin typeface="Arial Black"/>
              </a:rPr>
              <a:t>Infrastructure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64536" y="1261872"/>
            <a:ext cx="2365248" cy="256032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6C2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19400" y="1261872"/>
            <a:ext cx="225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C2BD9"/>
                </a:solidFill>
                <a:latin typeface="Arial"/>
              </a:rPr>
              <a:t>Terraform modules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83736" y="1572768"/>
            <a:ext cx="3584448" cy="256032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6C2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38599" y="15727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C2BD9"/>
                </a:solidFill>
                <a:latin typeface="Arial"/>
              </a:rPr>
              <a:t>Environment provisioning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228600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C2BD9"/>
                </a:solidFill>
                <a:latin typeface="Arial Black"/>
              </a:rPr>
              <a:t>CI/CD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0040" y="2286000"/>
            <a:ext cx="8503920" cy="0"/>
          </a:xfrm>
          <a:prstGeom prst="line">
            <a:avLst/>
          </a:prstGeom>
          <a:ln w="6350">
            <a:solidFill>
              <a:srgbClr val="C4B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764536" y="2359152"/>
            <a:ext cx="3584447" cy="256032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6C2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19400" y="235915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C2BD9"/>
                </a:solidFill>
                <a:latin typeface="Arial"/>
              </a:rPr>
              <a:t>Pipeline standardization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02936" y="2670048"/>
            <a:ext cx="3584448" cy="256032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6C2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26700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C2BD9"/>
                </a:solidFill>
                <a:latin typeface="Arial"/>
              </a:rPr>
              <a:t>Canary deploys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338328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C2BD9"/>
                </a:solidFill>
                <a:latin typeface="Arial Black"/>
              </a:rPr>
              <a:t>Developer Experience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0040" y="3383280"/>
            <a:ext cx="8503920" cy="0"/>
          </a:xfrm>
          <a:prstGeom prst="line">
            <a:avLst/>
          </a:prstGeom>
          <a:ln w="6350">
            <a:solidFill>
              <a:srgbClr val="C4B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983736" y="3456432"/>
            <a:ext cx="3584448" cy="256032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6C2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8599" y="345643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C2BD9"/>
                </a:solidFill>
                <a:latin typeface="Arial"/>
              </a:rPr>
              <a:t>Service catalog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22135" y="3767328"/>
            <a:ext cx="2365248" cy="256032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6C2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6999" y="3767328"/>
            <a:ext cx="225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C2BD9"/>
                </a:solidFill>
                <a:latin typeface="Arial"/>
              </a:rPr>
              <a:t>Golden path templates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Target Metrics — By End of Q4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851660"/>
            <a:ext cx="2043684" cy="164592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961388"/>
            <a:ext cx="1824228" cy="56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6C2BD9"/>
                </a:solidFill>
                <a:latin typeface="Arial Black"/>
              </a:rPr>
              <a:t>&lt; 5 min</a:t>
            </a:r>
            <a:r>
              <a:rPr sz="1400">
                <a:solidFill>
                  <a:srgbClr val="E85D5D"/>
                </a:solidFill>
                <a:latin typeface="Arial"/>
              </a:rPr>
              <a:t> 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3210052"/>
            <a:ext cx="182422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E1B4B"/>
                </a:solidFill>
                <a:latin typeface="Arial"/>
              </a:rPr>
              <a:t>Deploy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3452" y="1851660"/>
            <a:ext cx="2043684" cy="164592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3180" y="1961388"/>
            <a:ext cx="1824228" cy="497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C2BD9"/>
                </a:solidFill>
                <a:latin typeface="Arial Black"/>
              </a:rPr>
              <a:t>&lt; 30 min</a:t>
            </a:r>
            <a:r>
              <a:rPr sz="1400">
                <a:solidFill>
                  <a:srgbClr val="E85D5D"/>
                </a:solidFill>
                <a:latin typeface="Arial"/>
              </a:rPr>
              <a:t> 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3180" y="3210052"/>
            <a:ext cx="182422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E1B4B"/>
                </a:solidFill>
                <a:latin typeface="Arial"/>
              </a:rPr>
              <a:t>Mean Time to Recovery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26864" y="1851660"/>
            <a:ext cx="2043684" cy="164592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961388"/>
            <a:ext cx="1824228" cy="56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6C2BD9"/>
                </a:solidFill>
                <a:latin typeface="Arial Black"/>
              </a:rPr>
              <a:t>85%</a:t>
            </a:r>
            <a:r>
              <a:rPr sz="1400">
                <a:solidFill>
                  <a:srgbClr val="4EC98B"/>
                </a:solidFill>
                <a:latin typeface="Arial"/>
              </a:rPr>
              <a:t> 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3210052"/>
            <a:ext cx="182422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E1B4B"/>
                </a:solidFill>
                <a:latin typeface="Arial"/>
              </a:rPr>
              <a:t>Developer Satisfaction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0276" y="1851660"/>
            <a:ext cx="2043684" cy="164592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90004" y="1961388"/>
            <a:ext cx="1824228" cy="56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6C2BD9"/>
                </a:solidFill>
                <a:latin typeface="Arial Black"/>
              </a:rPr>
              <a:t>2 days</a:t>
            </a:r>
            <a:r>
              <a:rPr sz="1400">
                <a:solidFill>
                  <a:srgbClr val="E85D5D"/>
                </a:solidFill>
                <a:latin typeface="Arial"/>
              </a:rPr>
              <a:t> 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0004" y="3210052"/>
            <a:ext cx="182422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E1B4B"/>
                </a:solidFill>
                <a:latin typeface="Arial"/>
              </a:rPr>
              <a:t>New Engineer Onboarding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Build vs Buy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080260"/>
            <a:ext cx="4160520" cy="3657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  <a:latin typeface="Arial Black"/>
              </a:rPr>
              <a:t>✓  Strengths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446020"/>
            <a:ext cx="4160520" cy="822959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250088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59669"/>
                </a:solidFill>
                <a:latin typeface="Arial"/>
              </a:rPr>
              <a:t>✓  </a:t>
            </a:r>
            <a:r>
              <a:rPr sz="900">
                <a:solidFill>
                  <a:srgbClr val="1E1B4B"/>
                </a:solidFill>
                <a:latin typeface="Arial"/>
              </a:rPr>
              <a:t>Full control over developer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277520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59669"/>
                </a:solidFill>
                <a:latin typeface="Arial"/>
              </a:rPr>
              <a:t>✓  </a:t>
            </a:r>
            <a:r>
              <a:rPr sz="900">
                <a:solidFill>
                  <a:srgbClr val="1E1B4B"/>
                </a:solidFill>
                <a:latin typeface="Arial"/>
              </a:rPr>
              <a:t>Deep integration with existing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304952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59669"/>
                </a:solidFill>
                <a:latin typeface="Arial"/>
              </a:rPr>
              <a:t>✓  </a:t>
            </a:r>
            <a:r>
              <a:rPr sz="900">
                <a:solidFill>
                  <a:srgbClr val="1E1B4B"/>
                </a:solidFill>
                <a:latin typeface="Arial"/>
              </a:rPr>
              <a:t>No per-seat licensing costs at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080260"/>
            <a:ext cx="4160520" cy="3657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  <a:latin typeface="Arial Black"/>
              </a:rPr>
              <a:t>✗  Risks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446020"/>
            <a:ext cx="4160520" cy="822959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250088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C2626"/>
                </a:solidFill>
                <a:latin typeface="Arial"/>
              </a:rPr>
              <a:t>✗  </a:t>
            </a:r>
            <a:r>
              <a:rPr sz="900">
                <a:solidFill>
                  <a:srgbClr val="1E1B4B"/>
                </a:solidFill>
                <a:latin typeface="Arial"/>
              </a:rPr>
              <a:t>Faster initial time to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77520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C2626"/>
                </a:solidFill>
                <a:latin typeface="Arial"/>
              </a:rPr>
              <a:t>✗  </a:t>
            </a:r>
            <a:r>
              <a:rPr sz="900">
                <a:solidFill>
                  <a:srgbClr val="1E1B4B"/>
                </a:solidFill>
                <a:latin typeface="Arial"/>
              </a:rPr>
              <a:t>Reduced operational burden on platform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304952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C2626"/>
                </a:solidFill>
                <a:latin typeface="Arial"/>
              </a:rPr>
              <a:t>✗  </a:t>
            </a:r>
            <a:r>
              <a:rPr sz="900">
                <a:solidFill>
                  <a:srgbClr val="1E1B4B"/>
                </a:solidFill>
                <a:latin typeface="Arial"/>
              </a:rPr>
              <a:t>Built-in compliance and audit 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Projected Impact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043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>
                <a:solidFill>
                  <a:srgbClr val="6C2BD9"/>
                </a:solidFill>
                <a:latin typeface="Arial Black"/>
              </a:rPr>
              <a:t>10x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075940"/>
            <a:ext cx="5486400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E1B4B"/>
                </a:solidFill>
                <a:latin typeface="Arial"/>
              </a:rPr>
              <a:t>Improvement in deployment frequency by end of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pic>
        <p:nvPicPr>
          <p:cNvPr id="5" name="Picture 4" descr="title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38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610360"/>
            <a:ext cx="7315200" cy="85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FFFFF"/>
                </a:solidFill>
                <a:latin typeface="Arial Black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46680"/>
            <a:ext cx="640080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Platform Engineering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05480"/>
            <a:ext cx="5486400" cy="21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Arial"/>
              </a:rPr>
              <a:t>platform-eng@</a:t>
            </a:r>
            <a:r>
              <a:rPr sz="1200" u="sng">
                <a:solidFill>
                  <a:srgbClr val="2B6CB0"/>
                </a:solidFill>
                <a:latin typeface="Arial"/>
                <a:hlinkClick r:id="rId3"/>
              </a:rPr>
              <a:t>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rrive">
  <a:themeElements>
    <a:clrScheme name="Easy Park">
      <a:dk1>
        <a:srgbClr val="6C2BD9"/>
      </a:dk1>
      <a:lt1>
        <a:srgbClr val="FFFFFF"/>
      </a:lt1>
      <a:dk2>
        <a:srgbClr val="F97316"/>
      </a:dk2>
      <a:lt2>
        <a:srgbClr val="F5F3FF"/>
      </a:lt2>
      <a:accent1>
        <a:srgbClr val="6C2BD9"/>
      </a:accent1>
      <a:accent2>
        <a:srgbClr val="E1D4F7"/>
      </a:accent2>
      <a:accent3>
        <a:srgbClr val="FCA5A5"/>
      </a:accent3>
      <a:accent4>
        <a:srgbClr val="FFFFFF"/>
      </a:accent4>
      <a:accent5>
        <a:srgbClr val="401982"/>
      </a:accent5>
      <a:accent6>
        <a:srgbClr val="F5F3FF"/>
      </a:accent6>
      <a:hlink>
        <a:srgbClr val="6C2BD9"/>
      </a:hlink>
      <a:folHlink>
        <a:srgbClr val="4B1E97"/>
      </a:folHlink>
    </a:clrScheme>
    <a:fontScheme name="Office">
      <a:majorFont>
        <a:latin typeface="Arial Blac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6C2BD9"/>
      </a:dk1>
      <a:lt1>
        <a:srgbClr val="FFFFFF"/>
      </a:lt1>
      <a:dk2>
        <a:srgbClr val="F97316"/>
      </a:dk2>
      <a:lt2>
        <a:srgbClr val="F5F3FF"/>
      </a:lt2>
      <a:accent1>
        <a:srgbClr val="6C2BD9"/>
      </a:accent1>
      <a:accent2>
        <a:srgbClr val="E1D4F7"/>
      </a:accent2>
      <a:accent3>
        <a:srgbClr val="FCA5A5"/>
      </a:accent3>
      <a:accent4>
        <a:srgbClr val="FFFFFF"/>
      </a:accent4>
      <a:accent5>
        <a:srgbClr val="401982"/>
      </a:accent5>
      <a:accent6>
        <a:srgbClr val="F5F3FF"/>
      </a:accent6>
      <a:hlink>
        <a:srgbClr val="6C2BD9"/>
      </a:hlink>
      <a:folHlink>
        <a:srgbClr val="4B1E97"/>
      </a:folHlink>
    </a:clrScheme>
    <a:fontScheme name="Office">
      <a:majorFont>
        <a:latin typeface="Arial Blac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