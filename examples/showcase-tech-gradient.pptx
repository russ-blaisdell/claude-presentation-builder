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</p:sldIdLst>
  <p:sldSz cy="5143500" cx="9144000"/>
  <p:notesSz cx="6858000" cy="9144000"/>
  <p:embeddedFontLst>
    <p:embeddedFont>
      <p:font typeface="DM Sans Medium"/>
      <p:regular r:id="rId104"/>
      <p:bold r:id="rId105"/>
      <p:italic r:id="rId106"/>
      <p:boldItalic r:id="rId107"/>
    </p:embeddedFont>
    <p:embeddedFont>
      <p:font typeface="Inter"/>
      <p:regular r:id="rId108"/>
      <p:bold r:id="rId109"/>
      <p:italic r:id="rId110"/>
      <p:boldItalic r:id="rId111"/>
    </p:embeddedFont>
    <p:embeddedFont>
      <p:font typeface="Urbanist SemiBold"/>
      <p:regular r:id="rId112"/>
      <p:bold r:id="rId113"/>
      <p:italic r:id="rId114"/>
      <p:boldItalic r:id="rId115"/>
    </p:embeddedFont>
    <p:embeddedFont>
      <p:font typeface="Urbanist Medium"/>
      <p:regular r:id="rId116"/>
      <p:bold r:id="rId117"/>
      <p:italic r:id="rId118"/>
      <p:boldItalic r:id="rId119"/>
    </p:embeddedFont>
    <p:embeddedFont>
      <p:font typeface="Urbanist"/>
      <p:regular r:id="rId120"/>
      <p:bold r:id="rId121"/>
      <p:italic r:id="rId122"/>
      <p:boldItalic r:id="rId123"/>
    </p:embeddedFont>
    <p:embeddedFont>
      <p:font typeface="Urbanist Black"/>
      <p:bold r:id="rId124"/>
      <p:boldItalic r:id="rId125"/>
    </p:embeddedFont>
    <p:embeddedFont>
      <p:font typeface="DM Sans SemiBold"/>
      <p:regular r:id="rId126"/>
      <p:bold r:id="rId127"/>
      <p:italic r:id="rId128"/>
      <p:boldItalic r:id="rId129"/>
    </p:embeddedFont>
    <p:embeddedFont>
      <p:font typeface="Urbanist ExtraBold"/>
      <p:bold r:id="rId130"/>
      <p:boldItalic r:id="rId131"/>
    </p:embeddedFont>
    <p:embeddedFont>
      <p:font typeface="DM Sans"/>
      <p:regular r:id="rId132"/>
      <p:bold r:id="rId133"/>
      <p:italic r:id="rId134"/>
      <p:boldItalic r:id="rId1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936">
          <p15:clr>
            <a:srgbClr val="747775"/>
          </p15:clr>
        </p15:guide>
        <p15:guide id="4" orient="horz" pos="1975">
          <p15:clr>
            <a:srgbClr val="747775"/>
          </p15:clr>
        </p15:guide>
        <p15:guide id="5" orient="horz" pos="1674">
          <p15:clr>
            <a:srgbClr val="747775"/>
          </p15:clr>
        </p15:guide>
        <p15:guide id="6" orient="horz" pos="12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3EED57-D59B-46CD-A7A1-B7D263F0433E}">
  <a:tblStyle styleId="{9D3EED57-D59B-46CD-A7A1-B7D263F0433E}" styleName="Table_0"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936" orient="horz"/>
        <p:guide pos="1975" orient="horz"/>
        <p:guide pos="1674" orient="horz"/>
        <p:guide pos="1242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104" Type="http://schemas.openxmlformats.org/officeDocument/2006/relationships/font" Target="fonts/DMSansMedium-regular.fntdata"/><Relationship Id="rId105" Type="http://schemas.openxmlformats.org/officeDocument/2006/relationships/font" Target="fonts/DMSansMedium-bold.fntdata"/><Relationship Id="rId106" Type="http://schemas.openxmlformats.org/officeDocument/2006/relationships/font" Target="fonts/DMSansMedium-italic.fntdata"/><Relationship Id="rId107" Type="http://schemas.openxmlformats.org/officeDocument/2006/relationships/font" Target="fonts/DMSansMedium-boldItalic.fntdata"/><Relationship Id="rId108" Type="http://schemas.openxmlformats.org/officeDocument/2006/relationships/font" Target="fonts/Inter-regular.fntdata"/><Relationship Id="rId109" Type="http://schemas.openxmlformats.org/officeDocument/2006/relationships/font" Target="fonts/Inter-bold.fntdata"/><Relationship Id="rId110" Type="http://schemas.openxmlformats.org/officeDocument/2006/relationships/font" Target="fonts/Inter-italic.fntdata"/><Relationship Id="rId111" Type="http://schemas.openxmlformats.org/officeDocument/2006/relationships/font" Target="fonts/Inter-boldItalic.fntdata"/><Relationship Id="rId112" Type="http://schemas.openxmlformats.org/officeDocument/2006/relationships/font" Target="fonts/UrbanistSemiBold-regular.fntdata"/><Relationship Id="rId113" Type="http://schemas.openxmlformats.org/officeDocument/2006/relationships/font" Target="fonts/UrbanistSemiBold-bold.fntdata"/><Relationship Id="rId114" Type="http://schemas.openxmlformats.org/officeDocument/2006/relationships/font" Target="fonts/UrbanistSemiBold-italic.fntdata"/><Relationship Id="rId115" Type="http://schemas.openxmlformats.org/officeDocument/2006/relationships/font" Target="fonts/UrbanistSemiBold-boldItalic.fntdata"/><Relationship Id="rId116" Type="http://schemas.openxmlformats.org/officeDocument/2006/relationships/font" Target="fonts/UrbanistMedium-regular.fntdata"/><Relationship Id="rId117" Type="http://schemas.openxmlformats.org/officeDocument/2006/relationships/font" Target="fonts/UrbanistMedium-bold.fntdata"/><Relationship Id="rId118" Type="http://schemas.openxmlformats.org/officeDocument/2006/relationships/font" Target="fonts/UrbanistMedium-italic.fntdata"/><Relationship Id="rId119" Type="http://schemas.openxmlformats.org/officeDocument/2006/relationships/font" Target="fonts/UrbanistMedium-boldItalic.fntdata"/><Relationship Id="rId120" Type="http://schemas.openxmlformats.org/officeDocument/2006/relationships/font" Target="fonts/Urbanist-regular.fntdata"/><Relationship Id="rId121" Type="http://schemas.openxmlformats.org/officeDocument/2006/relationships/font" Target="fonts/Urbanist-bold.fntdata"/><Relationship Id="rId122" Type="http://schemas.openxmlformats.org/officeDocument/2006/relationships/font" Target="fonts/Urbanist-italic.fntdata"/><Relationship Id="rId123" Type="http://schemas.openxmlformats.org/officeDocument/2006/relationships/font" Target="fonts/Urbanist-boldItalic.fntdata"/><Relationship Id="rId124" Type="http://schemas.openxmlformats.org/officeDocument/2006/relationships/font" Target="fonts/UrbanistBlack-bold.fntdata"/><Relationship Id="rId125" Type="http://schemas.openxmlformats.org/officeDocument/2006/relationships/font" Target="fonts/UrbanistBlack-boldItalic.fntdata"/><Relationship Id="rId126" Type="http://schemas.openxmlformats.org/officeDocument/2006/relationships/font" Target="fonts/DMSansSemiBold-regular.fntdata"/><Relationship Id="rId127" Type="http://schemas.openxmlformats.org/officeDocument/2006/relationships/font" Target="fonts/DMSansSemiBold-bold.fntdata"/><Relationship Id="rId128" Type="http://schemas.openxmlformats.org/officeDocument/2006/relationships/font" Target="fonts/DMSansSemiBold-italic.fntdata"/><Relationship Id="rId129" Type="http://schemas.openxmlformats.org/officeDocument/2006/relationships/font" Target="fonts/DMSansSemiBold-boldItalic.fntdata"/><Relationship Id="rId130" Type="http://schemas.openxmlformats.org/officeDocument/2006/relationships/font" Target="fonts/UrbanistExtraBold-bold.fntdata"/><Relationship Id="rId131" Type="http://schemas.openxmlformats.org/officeDocument/2006/relationships/font" Target="fonts/UrbanistExtraBold-boldItalic.fntdata"/><Relationship Id="rId132" Type="http://schemas.openxmlformats.org/officeDocument/2006/relationships/font" Target="fonts/DMSans-regular.fntdata"/><Relationship Id="rId133" Type="http://schemas.openxmlformats.org/officeDocument/2006/relationships/font" Target="fonts/DMSans-bold.fntdata"/><Relationship Id="rId134" Type="http://schemas.openxmlformats.org/officeDocument/2006/relationships/font" Target="fonts/DMSans-italic.fntdata"/><Relationship Id="rId135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four_card: 0 discrete items, each self-contained.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content_table: 4 columns x 4 rows — tabular data needs a 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roadmap: time-based plan with durations and milestones.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kpi_dashboard: 0 metrics in a scannable grid.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pros_cons: strengths vs risks evaluation for decision support.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big_stat: single hero metric commands attention.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3">
  <p:cSld name="CUSTOM_8_1_1_2">
    <p:bg>
      <p:bgPr>
        <a:solidFill>
          <a:schemeClr val="accent4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17550" y="266700"/>
            <a:ext cx="84381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Urbanist Black"/>
              <a:buNone/>
              <a:defRPr sz="4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317550" y="2096650"/>
            <a:ext cx="3016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317550" y="22531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0">
  <p:cSld name="CUSTOM_12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23225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23225" y="3458925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title"/>
          </p:nvPr>
        </p:nvSpPr>
        <p:spPr>
          <a:xfrm>
            <a:off x="323225" y="270000"/>
            <a:ext cx="59607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3" type="body"/>
          </p:nvPr>
        </p:nvSpPr>
        <p:spPr>
          <a:xfrm>
            <a:off x="25298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4" type="title"/>
          </p:nvPr>
        </p:nvSpPr>
        <p:spPr>
          <a:xfrm>
            <a:off x="2529875" y="3458950"/>
            <a:ext cx="1877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5" type="body"/>
          </p:nvPr>
        </p:nvSpPr>
        <p:spPr>
          <a:xfrm>
            <a:off x="4736527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6" type="title"/>
          </p:nvPr>
        </p:nvSpPr>
        <p:spPr>
          <a:xfrm>
            <a:off x="4736525" y="3458925"/>
            <a:ext cx="1871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7" type="body"/>
          </p:nvPr>
        </p:nvSpPr>
        <p:spPr>
          <a:xfrm>
            <a:off x="69431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8" type="title"/>
          </p:nvPr>
        </p:nvSpPr>
        <p:spPr>
          <a:xfrm>
            <a:off x="6943175" y="3458950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9" type="pic"/>
          </p:nvPr>
        </p:nvSpPr>
        <p:spPr>
          <a:xfrm>
            <a:off x="3175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7" name="Google Shape;27;p3"/>
          <p:cNvSpPr/>
          <p:nvPr>
            <p:ph idx="13" type="pic"/>
          </p:nvPr>
        </p:nvSpPr>
        <p:spPr>
          <a:xfrm>
            <a:off x="25242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3"/>
          <p:cNvSpPr/>
          <p:nvPr>
            <p:ph idx="14" type="pic"/>
          </p:nvPr>
        </p:nvSpPr>
        <p:spPr>
          <a:xfrm>
            <a:off x="47308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9" name="Google Shape;29;p3"/>
          <p:cNvSpPr/>
          <p:nvPr>
            <p:ph idx="15" type="pic"/>
          </p:nvPr>
        </p:nvSpPr>
        <p:spPr>
          <a:xfrm>
            <a:off x="69375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" name="Google Shape;31;p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" name="Google Shape;32;p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1">
  <p:cSld name="CUSTOM_1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322128" y="270000"/>
            <a:ext cx="86349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" name="Google Shape;37;p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8" name="Google Shape;38;p4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1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>
            <p:ph idx="2" type="pic"/>
          </p:nvPr>
        </p:nvSpPr>
        <p:spPr>
          <a:xfrm>
            <a:off x="0" y="-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330000" y="270000"/>
            <a:ext cx="8562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Urbanist ExtraBold"/>
              <a:buNone/>
              <a:defRPr sz="2300">
                <a:solidFill>
                  <a:schemeClr val="lt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4" name="Google Shape;44;p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descr="Presentation title&#10;" id="45" name="Google Shape;45;p5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2">
  <p:cSld name="CUSTOM_5">
    <p:bg>
      <p:bgPr>
        <a:solidFill>
          <a:schemeClr val="accent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#10;" id="48" name="Google Shape;48;p6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9" name="Google Shape;49;p6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3">
  <p:cSld name="CUSTOM_6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>
            <p:ph idx="2" type="pic"/>
          </p:nvPr>
        </p:nvSpPr>
        <p:spPr>
          <a:xfrm>
            <a:off x="0" y="32924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30000" y="346200"/>
            <a:ext cx="4317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None/>
              <a:defRPr b="1" sz="23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55" name="Google Shape;55;p7"/>
          <p:cNvSpPr txBox="1"/>
          <p:nvPr>
            <p:ph idx="1" type="subTitle"/>
          </p:nvPr>
        </p:nvSpPr>
        <p:spPr>
          <a:xfrm>
            <a:off x="1968650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descr="Presentation title&#10;" id="56" name="Google Shape;56;p7"/>
          <p:cNvSpPr txBox="1"/>
          <p:nvPr>
            <p:ph idx="3" type="subTitle"/>
          </p:nvPr>
        </p:nvSpPr>
        <p:spPr>
          <a:xfrm>
            <a:off x="4183825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7" title="arrive-symbol-off-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1224" y="1142575"/>
            <a:ext cx="2821775" cy="27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4">
  <p:cSld name="CUSTOM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2" name="Google Shape;62;p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3" name="Google Shape;63;p8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"/>
              <a:buFont typeface="DM Sans Medium"/>
              <a:buNone/>
              <a:defRPr sz="800">
                <a:solidFill>
                  <a:srgbClr val="FEFEFE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5">
  <p:cSld name="CUSTOM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>
            <p:ph idx="2" type="pic"/>
          </p:nvPr>
        </p:nvSpPr>
        <p:spPr>
          <a:xfrm>
            <a:off x="50" y="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8" name="Google Shape;68;p9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9" name="Google Shape;69;p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6">
  <p:cSld name="Title Slide ">
    <p:bg>
      <p:bgPr>
        <a:solidFill>
          <a:schemeClr val="accent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-1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314675" y="270838"/>
            <a:ext cx="4843200" cy="2238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314675" y="4363777"/>
            <a:ext cx="3273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1700"/>
              <a:buNone/>
              <a:defRPr sz="1700">
                <a:solidFill>
                  <a:srgbClr val="5F016F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7">
  <p:cSld name="CUSTOM">
    <p:bg>
      <p:bgPr>
        <a:solidFill>
          <a:srgbClr val="FFADE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307249" y="921725"/>
            <a:ext cx="4347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4000"/>
              <a:buFont typeface="Urbanist ExtraBold"/>
              <a:buNone/>
              <a:defRPr sz="40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79" name="Google Shape;79;p11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0" name="Google Shape;80;p11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8">
  <p:cSld name="CUSTOM_2">
    <p:bg>
      <p:bgPr>
        <a:solidFill>
          <a:srgbClr val="FFADE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307250" y="1329900"/>
            <a:ext cx="8506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>
            <p:ph idx="2" type="pic"/>
          </p:nvPr>
        </p:nvSpPr>
        <p:spPr>
          <a:xfrm>
            <a:off x="307254" y="2178600"/>
            <a:ext cx="8524800" cy="2605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descr="&#10;" id="87" name="Google Shape;87;p12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8" name="Google Shape;88;p12"/>
          <p:cNvSpPr txBox="1"/>
          <p:nvPr>
            <p:ph idx="3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1">
  <p:cSld name="CUSTOM_7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4670125" y="45098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>
            <a:off x="4670125" y="141971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4" name="Google Shape;94;p13"/>
          <p:cNvSpPr txBox="1"/>
          <p:nvPr>
            <p:ph idx="3" type="title"/>
          </p:nvPr>
        </p:nvSpPr>
        <p:spPr>
          <a:xfrm>
            <a:off x="4670125" y="238843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5" name="Google Shape;95;p13"/>
          <p:cNvSpPr txBox="1"/>
          <p:nvPr>
            <p:ph idx="4" type="title"/>
          </p:nvPr>
        </p:nvSpPr>
        <p:spPr>
          <a:xfrm>
            <a:off x="4670125" y="335716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840000" y="775450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6840000" y="1748684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6" type="body"/>
          </p:nvPr>
        </p:nvSpPr>
        <p:spPr>
          <a:xfrm>
            <a:off x="6840000" y="2721905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7" type="body"/>
          </p:nvPr>
        </p:nvSpPr>
        <p:spPr>
          <a:xfrm>
            <a:off x="6840000" y="3691777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/>
          <p:nvPr>
            <p:ph idx="8" type="pic"/>
          </p:nvPr>
        </p:nvSpPr>
        <p:spPr>
          <a:xfrm>
            <a:off x="307254" y="361000"/>
            <a:ext cx="3605100" cy="3779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13"/>
          <p:cNvSpPr txBox="1"/>
          <p:nvPr>
            <p:ph idx="9" type="title"/>
          </p:nvPr>
        </p:nvSpPr>
        <p:spPr>
          <a:xfrm>
            <a:off x="6840000" y="4509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2" name="Google Shape;102;p13"/>
          <p:cNvSpPr txBox="1"/>
          <p:nvPr>
            <p:ph idx="13" type="title"/>
          </p:nvPr>
        </p:nvSpPr>
        <p:spPr>
          <a:xfrm>
            <a:off x="6840000" y="1419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3" name="Google Shape;103;p13"/>
          <p:cNvSpPr txBox="1"/>
          <p:nvPr>
            <p:ph idx="14" type="title"/>
          </p:nvPr>
        </p:nvSpPr>
        <p:spPr>
          <a:xfrm>
            <a:off x="6840000" y="23917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4" name="Google Shape;104;p13"/>
          <p:cNvSpPr txBox="1"/>
          <p:nvPr>
            <p:ph idx="15" type="title"/>
          </p:nvPr>
        </p:nvSpPr>
        <p:spPr>
          <a:xfrm>
            <a:off x="6840000" y="3363866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06" name="Google Shape;106;p1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07" name="Google Shape;107;p1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2">
  <p:cSld name="CUSTOM_7_2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6806888" y="4527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1" name="Google Shape;111;p14"/>
          <p:cNvSpPr txBox="1"/>
          <p:nvPr>
            <p:ph idx="2" type="title"/>
          </p:nvPr>
        </p:nvSpPr>
        <p:spPr>
          <a:xfrm>
            <a:off x="4621338" y="4527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2" name="Google Shape;112;p14"/>
          <p:cNvSpPr txBox="1"/>
          <p:nvPr>
            <p:ph idx="3" type="title"/>
          </p:nvPr>
        </p:nvSpPr>
        <p:spPr>
          <a:xfrm>
            <a:off x="6806888" y="9807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3" name="Google Shape;113;p14"/>
          <p:cNvSpPr txBox="1"/>
          <p:nvPr>
            <p:ph idx="4" type="title"/>
          </p:nvPr>
        </p:nvSpPr>
        <p:spPr>
          <a:xfrm>
            <a:off x="4621338" y="9807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4" name="Google Shape;114;p14"/>
          <p:cNvSpPr txBox="1"/>
          <p:nvPr>
            <p:ph idx="5" type="title"/>
          </p:nvPr>
        </p:nvSpPr>
        <p:spPr>
          <a:xfrm>
            <a:off x="6806888" y="15086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5" name="Google Shape;115;p14"/>
          <p:cNvSpPr txBox="1"/>
          <p:nvPr>
            <p:ph idx="6" type="title"/>
          </p:nvPr>
        </p:nvSpPr>
        <p:spPr>
          <a:xfrm>
            <a:off x="4621338" y="15086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6" name="Google Shape;116;p14"/>
          <p:cNvSpPr txBox="1"/>
          <p:nvPr>
            <p:ph idx="7" type="title"/>
          </p:nvPr>
        </p:nvSpPr>
        <p:spPr>
          <a:xfrm>
            <a:off x="6806888" y="20366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7" name="Google Shape;117;p14"/>
          <p:cNvSpPr txBox="1"/>
          <p:nvPr>
            <p:ph idx="8" type="title"/>
          </p:nvPr>
        </p:nvSpPr>
        <p:spPr>
          <a:xfrm>
            <a:off x="4621338" y="20366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8" name="Google Shape;118;p14"/>
          <p:cNvSpPr txBox="1"/>
          <p:nvPr>
            <p:ph idx="9" type="title"/>
          </p:nvPr>
        </p:nvSpPr>
        <p:spPr>
          <a:xfrm>
            <a:off x="6806888" y="25645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9" name="Google Shape;119;p14"/>
          <p:cNvSpPr txBox="1"/>
          <p:nvPr>
            <p:ph idx="13" type="title"/>
          </p:nvPr>
        </p:nvSpPr>
        <p:spPr>
          <a:xfrm>
            <a:off x="4621338" y="25645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0" name="Google Shape;120;p14"/>
          <p:cNvSpPr txBox="1"/>
          <p:nvPr>
            <p:ph idx="14" type="title"/>
          </p:nvPr>
        </p:nvSpPr>
        <p:spPr>
          <a:xfrm>
            <a:off x="6806888" y="30925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1" name="Google Shape;121;p14"/>
          <p:cNvSpPr txBox="1"/>
          <p:nvPr>
            <p:ph idx="15" type="title"/>
          </p:nvPr>
        </p:nvSpPr>
        <p:spPr>
          <a:xfrm>
            <a:off x="4621338" y="30925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2" name="Google Shape;122;p14"/>
          <p:cNvSpPr txBox="1"/>
          <p:nvPr>
            <p:ph idx="16" type="title"/>
          </p:nvPr>
        </p:nvSpPr>
        <p:spPr>
          <a:xfrm>
            <a:off x="6806888" y="36204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3" name="Google Shape;123;p14"/>
          <p:cNvSpPr txBox="1"/>
          <p:nvPr>
            <p:ph idx="17" type="title"/>
          </p:nvPr>
        </p:nvSpPr>
        <p:spPr>
          <a:xfrm>
            <a:off x="4621338" y="36204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4" name="Google Shape;124;p14"/>
          <p:cNvSpPr/>
          <p:nvPr>
            <p:ph idx="18" type="pic"/>
          </p:nvPr>
        </p:nvSpPr>
        <p:spPr>
          <a:xfrm>
            <a:off x="307254" y="361000"/>
            <a:ext cx="3605100" cy="3596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26" name="Google Shape;126;p1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27" name="Google Shape;127;p14"/>
          <p:cNvSpPr txBox="1"/>
          <p:nvPr>
            <p:ph idx="19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3">
  <p:cSld name="CUSTOM_7_2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6382800" y="2955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5751879" y="2955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291775" y="295500"/>
            <a:ext cx="211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3" name="Google Shape;133;p15"/>
          <p:cNvSpPr txBox="1"/>
          <p:nvPr>
            <p:ph idx="4" type="title"/>
          </p:nvPr>
        </p:nvSpPr>
        <p:spPr>
          <a:xfrm>
            <a:off x="5751879" y="6516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4" name="Google Shape;134;p15"/>
          <p:cNvSpPr txBox="1"/>
          <p:nvPr>
            <p:ph idx="5" type="title"/>
          </p:nvPr>
        </p:nvSpPr>
        <p:spPr>
          <a:xfrm>
            <a:off x="6382800" y="6516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5" name="Google Shape;135;p15"/>
          <p:cNvSpPr txBox="1"/>
          <p:nvPr>
            <p:ph idx="6" type="title"/>
          </p:nvPr>
        </p:nvSpPr>
        <p:spPr>
          <a:xfrm>
            <a:off x="5751879" y="10077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6" name="Google Shape;136;p15"/>
          <p:cNvSpPr txBox="1"/>
          <p:nvPr>
            <p:ph idx="7" type="title"/>
          </p:nvPr>
        </p:nvSpPr>
        <p:spPr>
          <a:xfrm>
            <a:off x="6382800" y="1007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7" name="Google Shape;137;p15"/>
          <p:cNvSpPr txBox="1"/>
          <p:nvPr>
            <p:ph idx="8" type="title"/>
          </p:nvPr>
        </p:nvSpPr>
        <p:spPr>
          <a:xfrm>
            <a:off x="5751879" y="13638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8" name="Google Shape;138;p15"/>
          <p:cNvSpPr txBox="1"/>
          <p:nvPr>
            <p:ph idx="9" type="title"/>
          </p:nvPr>
        </p:nvSpPr>
        <p:spPr>
          <a:xfrm>
            <a:off x="6382800" y="13638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9" name="Google Shape;139;p15"/>
          <p:cNvSpPr txBox="1"/>
          <p:nvPr>
            <p:ph idx="13" type="title"/>
          </p:nvPr>
        </p:nvSpPr>
        <p:spPr>
          <a:xfrm>
            <a:off x="5751879" y="17199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0" name="Google Shape;140;p15"/>
          <p:cNvSpPr txBox="1"/>
          <p:nvPr>
            <p:ph idx="14" type="title"/>
          </p:nvPr>
        </p:nvSpPr>
        <p:spPr>
          <a:xfrm>
            <a:off x="6382800" y="17199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1" name="Google Shape;141;p15"/>
          <p:cNvSpPr txBox="1"/>
          <p:nvPr>
            <p:ph idx="15" type="title"/>
          </p:nvPr>
        </p:nvSpPr>
        <p:spPr>
          <a:xfrm>
            <a:off x="5751879" y="20760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2" name="Google Shape;142;p15"/>
          <p:cNvSpPr txBox="1"/>
          <p:nvPr>
            <p:ph idx="16" type="title"/>
          </p:nvPr>
        </p:nvSpPr>
        <p:spPr>
          <a:xfrm>
            <a:off x="6382800" y="20760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3" name="Google Shape;143;p15"/>
          <p:cNvSpPr txBox="1"/>
          <p:nvPr>
            <p:ph idx="17" type="title"/>
          </p:nvPr>
        </p:nvSpPr>
        <p:spPr>
          <a:xfrm>
            <a:off x="5751879" y="24321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4" name="Google Shape;144;p15"/>
          <p:cNvSpPr txBox="1"/>
          <p:nvPr>
            <p:ph idx="18" type="title"/>
          </p:nvPr>
        </p:nvSpPr>
        <p:spPr>
          <a:xfrm>
            <a:off x="6382800" y="24321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5" name="Google Shape;145;p15"/>
          <p:cNvSpPr txBox="1"/>
          <p:nvPr>
            <p:ph idx="19" type="title"/>
          </p:nvPr>
        </p:nvSpPr>
        <p:spPr>
          <a:xfrm>
            <a:off x="5751879" y="27882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6" name="Google Shape;146;p15"/>
          <p:cNvSpPr txBox="1"/>
          <p:nvPr>
            <p:ph idx="20" type="title"/>
          </p:nvPr>
        </p:nvSpPr>
        <p:spPr>
          <a:xfrm>
            <a:off x="6382800" y="27882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7" name="Google Shape;147;p15"/>
          <p:cNvSpPr txBox="1"/>
          <p:nvPr>
            <p:ph idx="21" type="title"/>
          </p:nvPr>
        </p:nvSpPr>
        <p:spPr>
          <a:xfrm>
            <a:off x="5751879" y="31443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8" name="Google Shape;148;p15"/>
          <p:cNvSpPr txBox="1"/>
          <p:nvPr>
            <p:ph idx="22" type="title"/>
          </p:nvPr>
        </p:nvSpPr>
        <p:spPr>
          <a:xfrm>
            <a:off x="6382800" y="31443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0" name="Google Shape;150;p1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1" name="Google Shape;151;p15"/>
          <p:cNvSpPr txBox="1"/>
          <p:nvPr>
            <p:ph idx="2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1">
  <p:cSld name="Start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125" y="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5" name="Google Shape;155;p16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888663" y="263850"/>
            <a:ext cx="61611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8" name="Google Shape;158;p16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9" name="Google Shape;159;p16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2">
  <p:cSld name="Start_1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1892450" y="261302"/>
            <a:ext cx="67494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65" name="Google Shape;165;p17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66" name="Google Shape;166;p17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3">
  <p:cSld name="Start 3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07250" y="1521650"/>
            <a:ext cx="5515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70" name="Google Shape;170;p18"/>
          <p:cNvSpPr txBox="1"/>
          <p:nvPr>
            <p:ph idx="2" type="title"/>
          </p:nvPr>
        </p:nvSpPr>
        <p:spPr>
          <a:xfrm>
            <a:off x="5935408" y="-3823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3" type="title"/>
          </p:nvPr>
        </p:nvSpPr>
        <p:spPr>
          <a:xfrm>
            <a:off x="5935408" y="9188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4" type="title"/>
          </p:nvPr>
        </p:nvSpPr>
        <p:spPr>
          <a:xfrm>
            <a:off x="5935408" y="56139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3" name="Google Shape;173;p18"/>
          <p:cNvSpPr txBox="1"/>
          <p:nvPr>
            <p:ph idx="5" type="title"/>
          </p:nvPr>
        </p:nvSpPr>
        <p:spPr>
          <a:xfrm>
            <a:off x="5935408" y="103562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6" type="title"/>
          </p:nvPr>
        </p:nvSpPr>
        <p:spPr>
          <a:xfrm>
            <a:off x="5935408" y="1509851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7" type="title"/>
          </p:nvPr>
        </p:nvSpPr>
        <p:spPr>
          <a:xfrm>
            <a:off x="5935408" y="1984075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8" type="title"/>
          </p:nvPr>
        </p:nvSpPr>
        <p:spPr>
          <a:xfrm>
            <a:off x="5935408" y="2458299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9" type="title"/>
          </p:nvPr>
        </p:nvSpPr>
        <p:spPr>
          <a:xfrm>
            <a:off x="5935408" y="293252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13" type="title"/>
          </p:nvPr>
        </p:nvSpPr>
        <p:spPr>
          <a:xfrm>
            <a:off x="5935408" y="3406746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idx="14" type="title"/>
          </p:nvPr>
        </p:nvSpPr>
        <p:spPr>
          <a:xfrm>
            <a:off x="5935408" y="388097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15" type="title"/>
          </p:nvPr>
        </p:nvSpPr>
        <p:spPr>
          <a:xfrm>
            <a:off x="5935408" y="434418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16" type="title"/>
          </p:nvPr>
        </p:nvSpPr>
        <p:spPr>
          <a:xfrm>
            <a:off x="5935408" y="48131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83" name="Google Shape;183;p1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84" name="Google Shape;184;p18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1">
  <p:cSld name="CUSTOM_8_1">
    <p:bg>
      <p:bgPr>
        <a:solidFill>
          <a:schemeClr val="accent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03990" y="761723"/>
            <a:ext cx="8341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0"/>
              <a:buFont typeface="Urbanist Black"/>
              <a:buNone/>
              <a:defRPr sz="330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305382" y="373525"/>
            <a:ext cx="2708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90" name="Google Shape;190;p19"/>
          <p:cNvSpPr txBox="1"/>
          <p:nvPr>
            <p:ph idx="2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91" name="Google Shape;191;p1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2">
  <p:cSld name="CUSTOM_8_1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subTitle"/>
          </p:nvPr>
        </p:nvSpPr>
        <p:spPr>
          <a:xfrm>
            <a:off x="3883275" y="270559"/>
            <a:ext cx="3673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291775" y="266216"/>
            <a:ext cx="327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Urbanist Black"/>
              <a:buNone/>
              <a:defRPr sz="9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2" type="title"/>
          </p:nvPr>
        </p:nvSpPr>
        <p:spPr>
          <a:xfrm>
            <a:off x="7960300" y="15582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3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4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5" type="subTitle"/>
          </p:nvPr>
        </p:nvSpPr>
        <p:spPr>
          <a:xfrm>
            <a:off x="7960300" y="17724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" name="Google Shape;200;p20"/>
          <p:cNvSpPr txBox="1"/>
          <p:nvPr>
            <p:ph idx="6" type="subTitle"/>
          </p:nvPr>
        </p:nvSpPr>
        <p:spPr>
          <a:xfrm>
            <a:off x="7960300" y="19248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0"/>
          <p:cNvSpPr txBox="1"/>
          <p:nvPr>
            <p:ph idx="7" type="title"/>
          </p:nvPr>
        </p:nvSpPr>
        <p:spPr>
          <a:xfrm>
            <a:off x="7189775" y="24161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8" type="subTitle"/>
          </p:nvPr>
        </p:nvSpPr>
        <p:spPr>
          <a:xfrm>
            <a:off x="7189775" y="26303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0"/>
          <p:cNvSpPr txBox="1"/>
          <p:nvPr>
            <p:ph idx="9" type="subTitle"/>
          </p:nvPr>
        </p:nvSpPr>
        <p:spPr>
          <a:xfrm>
            <a:off x="7189775" y="27827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0"/>
          <p:cNvSpPr txBox="1"/>
          <p:nvPr>
            <p:ph idx="13" type="title"/>
          </p:nvPr>
        </p:nvSpPr>
        <p:spPr>
          <a:xfrm>
            <a:off x="6604200" y="327877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p20"/>
          <p:cNvSpPr txBox="1"/>
          <p:nvPr>
            <p:ph idx="14" type="subTitle"/>
          </p:nvPr>
        </p:nvSpPr>
        <p:spPr>
          <a:xfrm>
            <a:off x="6604200" y="349297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20"/>
          <p:cNvSpPr txBox="1"/>
          <p:nvPr>
            <p:ph idx="15" type="subTitle"/>
          </p:nvPr>
        </p:nvSpPr>
        <p:spPr>
          <a:xfrm>
            <a:off x="6604200" y="364537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08" name="Google Shape;208;p20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09" name="Google Shape;209;p20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1">
  <p:cSld name="CUSTOM_1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9033" y="38575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9033" y="3693356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1"/>
          <p:cNvSpPr/>
          <p:nvPr>
            <p:ph idx="2" type="pic"/>
          </p:nvPr>
        </p:nvSpPr>
        <p:spPr>
          <a:xfrm>
            <a:off x="31902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5" name="Google Shape;215;p21"/>
          <p:cNvSpPr/>
          <p:nvPr>
            <p:ph idx="3" type="pic"/>
          </p:nvPr>
        </p:nvSpPr>
        <p:spPr>
          <a:xfrm>
            <a:off x="3233250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6" name="Google Shape;216;p21"/>
          <p:cNvSpPr/>
          <p:nvPr>
            <p:ph idx="4" type="pic"/>
          </p:nvPr>
        </p:nvSpPr>
        <p:spPr>
          <a:xfrm>
            <a:off x="614747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7" name="Google Shape;217;p21"/>
          <p:cNvSpPr txBox="1"/>
          <p:nvPr>
            <p:ph idx="5" type="body"/>
          </p:nvPr>
        </p:nvSpPr>
        <p:spPr>
          <a:xfrm>
            <a:off x="3233250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6" type="title"/>
          </p:nvPr>
        </p:nvSpPr>
        <p:spPr>
          <a:xfrm>
            <a:off x="3233250" y="3691757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7" type="body"/>
          </p:nvPr>
        </p:nvSpPr>
        <p:spPr>
          <a:xfrm>
            <a:off x="6147483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8" type="title"/>
          </p:nvPr>
        </p:nvSpPr>
        <p:spPr>
          <a:xfrm>
            <a:off x="6147483" y="3691757"/>
            <a:ext cx="2668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9" type="title"/>
          </p:nvPr>
        </p:nvSpPr>
        <p:spPr>
          <a:xfrm>
            <a:off x="31903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13" type="title"/>
          </p:nvPr>
        </p:nvSpPr>
        <p:spPr>
          <a:xfrm>
            <a:off x="3233250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idx="14" type="title"/>
          </p:nvPr>
        </p:nvSpPr>
        <p:spPr>
          <a:xfrm>
            <a:off x="614748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25" name="Google Shape;225;p21"/>
          <p:cNvSpPr txBox="1"/>
          <p:nvPr>
            <p:ph idx="1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26" name="Google Shape;226;p21"/>
          <p:cNvSpPr txBox="1"/>
          <p:nvPr>
            <p:ph idx="1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">
  <p:cSld name="CUSTOM_8_1_1_1">
    <p:bg>
      <p:bgPr>
        <a:solidFill>
          <a:schemeClr val="accent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8333400" y="5107950"/>
            <a:ext cx="548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317550" y="280950"/>
            <a:ext cx="32196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22"/>
          <p:cNvSpPr/>
          <p:nvPr>
            <p:ph idx="3" type="pic"/>
          </p:nvPr>
        </p:nvSpPr>
        <p:spPr>
          <a:xfrm>
            <a:off x="4509796" y="-88647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4" name="Google Shape;234;p22"/>
          <p:cNvSpPr/>
          <p:nvPr>
            <p:ph idx="4" type="pic"/>
          </p:nvPr>
        </p:nvSpPr>
        <p:spPr>
          <a:xfrm>
            <a:off x="6709546" y="-168952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5" name="Google Shape;235;p22"/>
          <p:cNvSpPr/>
          <p:nvPr>
            <p:ph idx="5" type="pic"/>
          </p:nvPr>
        </p:nvSpPr>
        <p:spPr>
          <a:xfrm>
            <a:off x="6709546" y="83305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6" name="Google Shape;236;p22"/>
          <p:cNvSpPr/>
          <p:nvPr>
            <p:ph idx="6" type="pic"/>
          </p:nvPr>
        </p:nvSpPr>
        <p:spPr>
          <a:xfrm>
            <a:off x="6709546" y="323052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7" name="Google Shape;237;p22"/>
          <p:cNvSpPr/>
          <p:nvPr>
            <p:ph idx="7" type="pic"/>
          </p:nvPr>
        </p:nvSpPr>
        <p:spPr>
          <a:xfrm>
            <a:off x="4509796" y="162810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8" name="Google Shape;238;p22"/>
          <p:cNvSpPr/>
          <p:nvPr>
            <p:ph idx="8" type="pic"/>
          </p:nvPr>
        </p:nvSpPr>
        <p:spPr>
          <a:xfrm>
            <a:off x="4509796" y="401757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9" name="Google Shape;239;p22"/>
          <p:cNvSpPr txBox="1"/>
          <p:nvPr>
            <p:ph idx="9" type="subTitle"/>
          </p:nvPr>
        </p:nvSpPr>
        <p:spPr>
          <a:xfrm>
            <a:off x="317550" y="3280569"/>
            <a:ext cx="2524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 Medium"/>
              <a:buNone/>
              <a:defRPr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2">
  <p:cSld name="CUSTOM_9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311996" y="280950"/>
            <a:ext cx="37956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2" type="title"/>
          </p:nvPr>
        </p:nvSpPr>
        <p:spPr>
          <a:xfrm>
            <a:off x="311996" y="2020450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1" type="subTitle"/>
          </p:nvPr>
        </p:nvSpPr>
        <p:spPr>
          <a:xfrm>
            <a:off x="311996" y="22986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/>
          <p:nvPr>
            <p:ph idx="3" type="pic"/>
          </p:nvPr>
        </p:nvSpPr>
        <p:spPr>
          <a:xfrm>
            <a:off x="4580700" y="280950"/>
            <a:ext cx="4258200" cy="3898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46" name="Google Shape;246;p2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47" name="Google Shape;247;p23"/>
          <p:cNvSpPr txBox="1"/>
          <p:nvPr>
            <p:ph idx="4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48" name="Google Shape;248;p23"/>
          <p:cNvSpPr txBox="1"/>
          <p:nvPr>
            <p:ph idx="5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">
  <p:cSld name="CUSTOM_1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2" type="title"/>
          </p:nvPr>
        </p:nvSpPr>
        <p:spPr>
          <a:xfrm>
            <a:off x="307254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3" type="title"/>
          </p:nvPr>
        </p:nvSpPr>
        <p:spPr>
          <a:xfrm>
            <a:off x="4401075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24"/>
          <p:cNvSpPr txBox="1"/>
          <p:nvPr>
            <p:ph idx="1" type="body"/>
          </p:nvPr>
        </p:nvSpPr>
        <p:spPr>
          <a:xfrm>
            <a:off x="307254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4" type="body"/>
          </p:nvPr>
        </p:nvSpPr>
        <p:spPr>
          <a:xfrm>
            <a:off x="4401075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57" name="Google Shape;257;p24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58" name="Google Shape;258;p24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 - more text">
  <p:cSld name="CUSTOM_10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307250" y="270000"/>
            <a:ext cx="4654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2" type="title"/>
          </p:nvPr>
        </p:nvSpPr>
        <p:spPr>
          <a:xfrm>
            <a:off x="307254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3" type="title"/>
          </p:nvPr>
        </p:nvSpPr>
        <p:spPr>
          <a:xfrm>
            <a:off x="4401075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307250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4" type="body"/>
          </p:nvPr>
        </p:nvSpPr>
        <p:spPr>
          <a:xfrm>
            <a:off x="4401073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67" name="Google Shape;267;p25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68" name="Google Shape;268;p25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">
  <p:cSld name="CUSTOM_10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26"/>
          <p:cNvSpPr txBox="1"/>
          <p:nvPr>
            <p:ph idx="2" type="title"/>
          </p:nvPr>
        </p:nvSpPr>
        <p:spPr>
          <a:xfrm>
            <a:off x="307254" y="26355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" name="Google Shape;273;p26"/>
          <p:cNvSpPr txBox="1"/>
          <p:nvPr>
            <p:ph idx="1" type="body"/>
          </p:nvPr>
        </p:nvSpPr>
        <p:spPr>
          <a:xfrm>
            <a:off x="307254" y="3052334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26"/>
          <p:cNvSpPr txBox="1"/>
          <p:nvPr>
            <p:ph idx="3" type="title"/>
          </p:nvPr>
        </p:nvSpPr>
        <p:spPr>
          <a:xfrm>
            <a:off x="328406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5" name="Google Shape;275;p26"/>
          <p:cNvSpPr txBox="1"/>
          <p:nvPr>
            <p:ph idx="4" type="body"/>
          </p:nvPr>
        </p:nvSpPr>
        <p:spPr>
          <a:xfrm>
            <a:off x="330269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5" type="title"/>
          </p:nvPr>
        </p:nvSpPr>
        <p:spPr>
          <a:xfrm>
            <a:off x="625061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7" name="Google Shape;277;p26"/>
          <p:cNvSpPr txBox="1"/>
          <p:nvPr>
            <p:ph idx="6" type="body"/>
          </p:nvPr>
        </p:nvSpPr>
        <p:spPr>
          <a:xfrm>
            <a:off x="626924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79" name="Google Shape;279;p26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80" name="Google Shape;280;p26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 more text">
  <p:cSld name="CUSTOM_10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07250" y="270000"/>
            <a:ext cx="465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2" type="title"/>
          </p:nvPr>
        </p:nvSpPr>
        <p:spPr>
          <a:xfrm>
            <a:off x="307254" y="12639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307250" y="1680709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27"/>
          <p:cNvSpPr txBox="1"/>
          <p:nvPr>
            <p:ph idx="3" type="title"/>
          </p:nvPr>
        </p:nvSpPr>
        <p:spPr>
          <a:xfrm>
            <a:off x="328406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7"/>
          <p:cNvSpPr txBox="1"/>
          <p:nvPr>
            <p:ph idx="4" type="body"/>
          </p:nvPr>
        </p:nvSpPr>
        <p:spPr>
          <a:xfrm>
            <a:off x="3302700" y="1680770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27"/>
          <p:cNvSpPr txBox="1"/>
          <p:nvPr>
            <p:ph idx="5" type="title"/>
          </p:nvPr>
        </p:nvSpPr>
        <p:spPr>
          <a:xfrm>
            <a:off x="625061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7"/>
          <p:cNvSpPr txBox="1"/>
          <p:nvPr>
            <p:ph idx="6" type="body"/>
          </p:nvPr>
        </p:nvSpPr>
        <p:spPr>
          <a:xfrm>
            <a:off x="6269250" y="1680771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91" name="Google Shape;291;p27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92" name="Google Shape;292;p27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">
  <p:cSld name="CUSTOM_10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3072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072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28"/>
          <p:cNvSpPr txBox="1"/>
          <p:nvPr>
            <p:ph idx="2" type="title"/>
          </p:nvPr>
        </p:nvSpPr>
        <p:spPr>
          <a:xfrm>
            <a:off x="24812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8"/>
          <p:cNvSpPr txBox="1"/>
          <p:nvPr>
            <p:ph idx="3" type="body"/>
          </p:nvPr>
        </p:nvSpPr>
        <p:spPr>
          <a:xfrm>
            <a:off x="24812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9" name="Google Shape;299;p28"/>
          <p:cNvSpPr txBox="1"/>
          <p:nvPr>
            <p:ph idx="4" type="title"/>
          </p:nvPr>
        </p:nvSpPr>
        <p:spPr>
          <a:xfrm>
            <a:off x="46570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28"/>
          <p:cNvSpPr txBox="1"/>
          <p:nvPr>
            <p:ph idx="5" type="body"/>
          </p:nvPr>
        </p:nvSpPr>
        <p:spPr>
          <a:xfrm>
            <a:off x="46569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1" name="Google Shape;301;p28"/>
          <p:cNvSpPr txBox="1"/>
          <p:nvPr>
            <p:ph idx="6" type="title"/>
          </p:nvPr>
        </p:nvSpPr>
        <p:spPr>
          <a:xfrm>
            <a:off x="68336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28"/>
          <p:cNvSpPr txBox="1"/>
          <p:nvPr>
            <p:ph idx="7" type="body"/>
          </p:nvPr>
        </p:nvSpPr>
        <p:spPr>
          <a:xfrm>
            <a:off x="68336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28"/>
          <p:cNvSpPr txBox="1"/>
          <p:nvPr>
            <p:ph idx="8" type="title"/>
          </p:nvPr>
        </p:nvSpPr>
        <p:spPr>
          <a:xfrm>
            <a:off x="307250" y="270000"/>
            <a:ext cx="46548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2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05" name="Google Shape;305;p28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06" name="Google Shape;306;p28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 - more text">
  <p:cSld name="CUSTOM_10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307250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307250" y="1696175"/>
            <a:ext cx="1915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1" name="Google Shape;311;p29"/>
          <p:cNvSpPr txBox="1"/>
          <p:nvPr>
            <p:ph idx="2" type="title"/>
          </p:nvPr>
        </p:nvSpPr>
        <p:spPr>
          <a:xfrm>
            <a:off x="2481272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29"/>
          <p:cNvSpPr txBox="1"/>
          <p:nvPr>
            <p:ph idx="3" type="body"/>
          </p:nvPr>
        </p:nvSpPr>
        <p:spPr>
          <a:xfrm>
            <a:off x="2481270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3" name="Google Shape;313;p29"/>
          <p:cNvSpPr txBox="1"/>
          <p:nvPr>
            <p:ph idx="4" type="title"/>
          </p:nvPr>
        </p:nvSpPr>
        <p:spPr>
          <a:xfrm>
            <a:off x="4657001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>
            <p:ph idx="5" type="body"/>
          </p:nvPr>
        </p:nvSpPr>
        <p:spPr>
          <a:xfrm>
            <a:off x="4656985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29"/>
          <p:cNvSpPr txBox="1"/>
          <p:nvPr>
            <p:ph idx="6" type="title"/>
          </p:nvPr>
        </p:nvSpPr>
        <p:spPr>
          <a:xfrm>
            <a:off x="6833673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29"/>
          <p:cNvSpPr txBox="1"/>
          <p:nvPr>
            <p:ph idx="7" type="body"/>
          </p:nvPr>
        </p:nvSpPr>
        <p:spPr>
          <a:xfrm>
            <a:off x="6833677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7" name="Google Shape;317;p29"/>
          <p:cNvSpPr txBox="1"/>
          <p:nvPr>
            <p:ph idx="8" type="title"/>
          </p:nvPr>
        </p:nvSpPr>
        <p:spPr>
          <a:xfrm>
            <a:off x="307250" y="270000"/>
            <a:ext cx="4654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9" name="Google Shape;319;p29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0" name="Google Shape;320;p29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">
  <p:cSld name="CUSTOM_1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30"/>
          <p:cNvSpPr txBox="1"/>
          <p:nvPr>
            <p:ph idx="2" type="title"/>
          </p:nvPr>
        </p:nvSpPr>
        <p:spPr>
          <a:xfrm>
            <a:off x="582326" y="24898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600950" y="2906646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30"/>
          <p:cNvSpPr txBox="1"/>
          <p:nvPr>
            <p:ph idx="3" type="title"/>
          </p:nvPr>
        </p:nvSpPr>
        <p:spPr>
          <a:xfrm>
            <a:off x="5006176" y="24898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7" name="Google Shape;327;p30"/>
          <p:cNvSpPr txBox="1"/>
          <p:nvPr>
            <p:ph idx="4" type="body"/>
          </p:nvPr>
        </p:nvSpPr>
        <p:spPr>
          <a:xfrm>
            <a:off x="5024800" y="2906633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29" name="Google Shape;329;p30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30" name="Google Shape;330;p30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 - more text">
  <p:cSld name="CUSTOM_1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31"/>
          <p:cNvSpPr txBox="1"/>
          <p:nvPr>
            <p:ph idx="2" type="title"/>
          </p:nvPr>
        </p:nvSpPr>
        <p:spPr>
          <a:xfrm>
            <a:off x="582326" y="18802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body"/>
          </p:nvPr>
        </p:nvSpPr>
        <p:spPr>
          <a:xfrm>
            <a:off x="600950" y="2297042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5006176" y="18802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7" name="Google Shape;337;p31"/>
          <p:cNvSpPr txBox="1"/>
          <p:nvPr>
            <p:ph idx="4" type="body"/>
          </p:nvPr>
        </p:nvSpPr>
        <p:spPr>
          <a:xfrm>
            <a:off x="5024800" y="2297016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39" name="Google Shape;339;p31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40" name="Google Shape;340;p31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">
  <p:cSld name="CUSTOM_1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idx="2" type="title"/>
          </p:nvPr>
        </p:nvSpPr>
        <p:spPr>
          <a:xfrm>
            <a:off x="469950" y="2635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469950" y="30523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title"/>
          </p:nvPr>
        </p:nvSpPr>
        <p:spPr>
          <a:xfrm>
            <a:off x="34187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2"/>
          <p:cNvSpPr txBox="1"/>
          <p:nvPr>
            <p:ph idx="4" type="body"/>
          </p:nvPr>
        </p:nvSpPr>
        <p:spPr>
          <a:xfrm>
            <a:off x="34187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32"/>
          <p:cNvSpPr txBox="1"/>
          <p:nvPr>
            <p:ph idx="5" type="title"/>
          </p:nvPr>
        </p:nvSpPr>
        <p:spPr>
          <a:xfrm>
            <a:off x="63675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32"/>
          <p:cNvSpPr txBox="1"/>
          <p:nvPr>
            <p:ph idx="6" type="body"/>
          </p:nvPr>
        </p:nvSpPr>
        <p:spPr>
          <a:xfrm>
            <a:off x="63675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51" name="Google Shape;351;p32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52" name="Google Shape;352;p32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 - more text">
  <p:cSld name="CUSTOM_1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6" name="Google Shape;356;p33"/>
          <p:cNvSpPr txBox="1"/>
          <p:nvPr>
            <p:ph idx="2" type="title"/>
          </p:nvPr>
        </p:nvSpPr>
        <p:spPr>
          <a:xfrm>
            <a:off x="469950" y="1873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469950" y="2290325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title"/>
          </p:nvPr>
        </p:nvSpPr>
        <p:spPr>
          <a:xfrm>
            <a:off x="34187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33"/>
          <p:cNvSpPr txBox="1"/>
          <p:nvPr>
            <p:ph idx="4" type="body"/>
          </p:nvPr>
        </p:nvSpPr>
        <p:spPr>
          <a:xfrm>
            <a:off x="34187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5" type="title"/>
          </p:nvPr>
        </p:nvSpPr>
        <p:spPr>
          <a:xfrm>
            <a:off x="63675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1" name="Google Shape;361;p33"/>
          <p:cNvSpPr txBox="1"/>
          <p:nvPr>
            <p:ph idx="6" type="body"/>
          </p:nvPr>
        </p:nvSpPr>
        <p:spPr>
          <a:xfrm>
            <a:off x="63675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63" name="Google Shape;363;p33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64" name="Google Shape;364;p33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">
  <p:cSld name="CUSTOM_11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8" name="Google Shape;368;p34"/>
          <p:cNvSpPr txBox="1"/>
          <p:nvPr>
            <p:ph idx="2" type="title"/>
          </p:nvPr>
        </p:nvSpPr>
        <p:spPr>
          <a:xfrm>
            <a:off x="3834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3834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34"/>
          <p:cNvSpPr txBox="1"/>
          <p:nvPr>
            <p:ph idx="3" type="title"/>
          </p:nvPr>
        </p:nvSpPr>
        <p:spPr>
          <a:xfrm>
            <a:off x="25574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1" name="Google Shape;371;p34"/>
          <p:cNvSpPr txBox="1"/>
          <p:nvPr>
            <p:ph idx="4" type="body"/>
          </p:nvPr>
        </p:nvSpPr>
        <p:spPr>
          <a:xfrm>
            <a:off x="25574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idx="5" type="title"/>
          </p:nvPr>
        </p:nvSpPr>
        <p:spPr>
          <a:xfrm>
            <a:off x="47332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6" type="body"/>
          </p:nvPr>
        </p:nvSpPr>
        <p:spPr>
          <a:xfrm>
            <a:off x="47331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7" type="title"/>
          </p:nvPr>
        </p:nvSpPr>
        <p:spPr>
          <a:xfrm>
            <a:off x="69098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5" name="Google Shape;375;p34"/>
          <p:cNvSpPr txBox="1"/>
          <p:nvPr>
            <p:ph idx="8" type="body"/>
          </p:nvPr>
        </p:nvSpPr>
        <p:spPr>
          <a:xfrm>
            <a:off x="69098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7" name="Google Shape;377;p34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78" name="Google Shape;378;p34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 - more text">
  <p:cSld name="CUSTOM_1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2" name="Google Shape;382;p35"/>
          <p:cNvSpPr txBox="1"/>
          <p:nvPr>
            <p:ph idx="2" type="title"/>
          </p:nvPr>
        </p:nvSpPr>
        <p:spPr>
          <a:xfrm>
            <a:off x="383450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35"/>
          <p:cNvSpPr txBox="1"/>
          <p:nvPr>
            <p:ph idx="1" type="body"/>
          </p:nvPr>
        </p:nvSpPr>
        <p:spPr>
          <a:xfrm>
            <a:off x="383450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35"/>
          <p:cNvSpPr txBox="1"/>
          <p:nvPr>
            <p:ph idx="3" type="title"/>
          </p:nvPr>
        </p:nvSpPr>
        <p:spPr>
          <a:xfrm>
            <a:off x="2557472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25574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35"/>
          <p:cNvSpPr txBox="1"/>
          <p:nvPr>
            <p:ph idx="5" type="title"/>
          </p:nvPr>
        </p:nvSpPr>
        <p:spPr>
          <a:xfrm>
            <a:off x="4733201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6" type="body"/>
          </p:nvPr>
        </p:nvSpPr>
        <p:spPr>
          <a:xfrm>
            <a:off x="47331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7" type="title"/>
          </p:nvPr>
        </p:nvSpPr>
        <p:spPr>
          <a:xfrm>
            <a:off x="6909873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8" type="body"/>
          </p:nvPr>
        </p:nvSpPr>
        <p:spPr>
          <a:xfrm>
            <a:off x="69098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91" name="Google Shape;391;p35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92" name="Google Shape;392;p35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9">
  <p:cSld name="CUSTOM_1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475625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type="title"/>
          </p:nvPr>
        </p:nvSpPr>
        <p:spPr>
          <a:xfrm>
            <a:off x="475625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7" name="Google Shape;397;p36"/>
          <p:cNvSpPr txBox="1"/>
          <p:nvPr>
            <p:ph idx="2"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8" name="Google Shape;398;p36"/>
          <p:cNvSpPr txBox="1"/>
          <p:nvPr>
            <p:ph idx="3" type="title"/>
          </p:nvPr>
        </p:nvSpPr>
        <p:spPr>
          <a:xfrm>
            <a:off x="307254" y="2012935"/>
            <a:ext cx="24111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36"/>
          <p:cNvSpPr txBox="1"/>
          <p:nvPr>
            <p:ph idx="4" type="body"/>
          </p:nvPr>
        </p:nvSpPr>
        <p:spPr>
          <a:xfrm>
            <a:off x="26822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36"/>
          <p:cNvSpPr txBox="1"/>
          <p:nvPr>
            <p:ph idx="5" type="title"/>
          </p:nvPr>
        </p:nvSpPr>
        <p:spPr>
          <a:xfrm>
            <a:off x="26822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1" name="Google Shape;401;p36"/>
          <p:cNvSpPr txBox="1"/>
          <p:nvPr>
            <p:ph idx="6" type="body"/>
          </p:nvPr>
        </p:nvSpPr>
        <p:spPr>
          <a:xfrm>
            <a:off x="4888913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4888913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70955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36"/>
          <p:cNvSpPr txBox="1"/>
          <p:nvPr>
            <p:ph idx="9" type="title"/>
          </p:nvPr>
        </p:nvSpPr>
        <p:spPr>
          <a:xfrm>
            <a:off x="70955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06" name="Google Shape;406;p36"/>
          <p:cNvSpPr txBox="1"/>
          <p:nvPr>
            <p:ph idx="13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07" name="Google Shape;407;p36"/>
          <p:cNvSpPr txBox="1"/>
          <p:nvPr>
            <p:ph idx="14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2">
  <p:cSld name="CUSTOM_13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323585" y="270000"/>
            <a:ext cx="723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2" type="title"/>
          </p:nvPr>
        </p:nvSpPr>
        <p:spPr>
          <a:xfrm>
            <a:off x="32358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2" name="Google Shape;412;p37"/>
          <p:cNvSpPr txBox="1"/>
          <p:nvPr>
            <p:ph idx="3" type="title"/>
          </p:nvPr>
        </p:nvSpPr>
        <p:spPr>
          <a:xfrm>
            <a:off x="198147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3" name="Google Shape;413;p37"/>
          <p:cNvSpPr txBox="1"/>
          <p:nvPr>
            <p:ph idx="4" type="title"/>
          </p:nvPr>
        </p:nvSpPr>
        <p:spPr>
          <a:xfrm>
            <a:off x="37370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4" name="Google Shape;414;p37"/>
          <p:cNvSpPr txBox="1"/>
          <p:nvPr>
            <p:ph idx="5" type="title"/>
          </p:nvPr>
        </p:nvSpPr>
        <p:spPr>
          <a:xfrm>
            <a:off x="549252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5" name="Google Shape;415;p37"/>
          <p:cNvSpPr txBox="1"/>
          <p:nvPr>
            <p:ph idx="6" type="title"/>
          </p:nvPr>
        </p:nvSpPr>
        <p:spPr>
          <a:xfrm>
            <a:off x="72657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198147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7" type="subTitle"/>
          </p:nvPr>
        </p:nvSpPr>
        <p:spPr>
          <a:xfrm>
            <a:off x="37370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8" name="Google Shape;418;p37"/>
          <p:cNvSpPr txBox="1"/>
          <p:nvPr>
            <p:ph idx="8" type="subTitle"/>
          </p:nvPr>
        </p:nvSpPr>
        <p:spPr>
          <a:xfrm>
            <a:off x="198147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9" name="Google Shape;419;p37"/>
          <p:cNvSpPr txBox="1"/>
          <p:nvPr>
            <p:ph idx="9" type="subTitle"/>
          </p:nvPr>
        </p:nvSpPr>
        <p:spPr>
          <a:xfrm>
            <a:off x="37370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0" name="Google Shape;420;p37"/>
          <p:cNvSpPr txBox="1"/>
          <p:nvPr>
            <p:ph idx="13" type="subTitle"/>
          </p:nvPr>
        </p:nvSpPr>
        <p:spPr>
          <a:xfrm>
            <a:off x="198147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14" type="subTitle"/>
          </p:nvPr>
        </p:nvSpPr>
        <p:spPr>
          <a:xfrm>
            <a:off x="37370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idx="15" type="subTitle"/>
          </p:nvPr>
        </p:nvSpPr>
        <p:spPr>
          <a:xfrm>
            <a:off x="198147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3" name="Google Shape;423;p37"/>
          <p:cNvSpPr txBox="1"/>
          <p:nvPr>
            <p:ph idx="16" type="subTitle"/>
          </p:nvPr>
        </p:nvSpPr>
        <p:spPr>
          <a:xfrm>
            <a:off x="37370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4" name="Google Shape;424;p37"/>
          <p:cNvSpPr txBox="1"/>
          <p:nvPr>
            <p:ph idx="17" type="subTitle"/>
          </p:nvPr>
        </p:nvSpPr>
        <p:spPr>
          <a:xfrm>
            <a:off x="198147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5" name="Google Shape;425;p37"/>
          <p:cNvSpPr txBox="1"/>
          <p:nvPr>
            <p:ph idx="18" type="subTitle"/>
          </p:nvPr>
        </p:nvSpPr>
        <p:spPr>
          <a:xfrm>
            <a:off x="198147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19" type="subTitle"/>
          </p:nvPr>
        </p:nvSpPr>
        <p:spPr>
          <a:xfrm>
            <a:off x="198147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7" name="Google Shape;427;p37"/>
          <p:cNvSpPr txBox="1"/>
          <p:nvPr>
            <p:ph idx="20" type="subTitle"/>
          </p:nvPr>
        </p:nvSpPr>
        <p:spPr>
          <a:xfrm>
            <a:off x="198147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8" name="Google Shape;428;p37"/>
          <p:cNvSpPr txBox="1"/>
          <p:nvPr>
            <p:ph idx="21" type="subTitle"/>
          </p:nvPr>
        </p:nvSpPr>
        <p:spPr>
          <a:xfrm>
            <a:off x="3737000" y="19266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2" type="subTitle"/>
          </p:nvPr>
        </p:nvSpPr>
        <p:spPr>
          <a:xfrm>
            <a:off x="3737000" y="24917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23" type="subTitle"/>
          </p:nvPr>
        </p:nvSpPr>
        <p:spPr>
          <a:xfrm>
            <a:off x="3737000" y="30557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1" name="Google Shape;431;p37"/>
          <p:cNvSpPr txBox="1"/>
          <p:nvPr>
            <p:ph idx="24" type="subTitle"/>
          </p:nvPr>
        </p:nvSpPr>
        <p:spPr>
          <a:xfrm>
            <a:off x="3737000" y="36211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2" name="Google Shape;432;p37"/>
          <p:cNvSpPr txBox="1"/>
          <p:nvPr>
            <p:ph idx="25" type="subTitle"/>
          </p:nvPr>
        </p:nvSpPr>
        <p:spPr>
          <a:xfrm>
            <a:off x="32358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26" type="subTitle"/>
          </p:nvPr>
        </p:nvSpPr>
        <p:spPr>
          <a:xfrm>
            <a:off x="32358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27" type="subTitle"/>
          </p:nvPr>
        </p:nvSpPr>
        <p:spPr>
          <a:xfrm>
            <a:off x="32358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8" type="subTitle"/>
          </p:nvPr>
        </p:nvSpPr>
        <p:spPr>
          <a:xfrm>
            <a:off x="32358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29" type="subTitle"/>
          </p:nvPr>
        </p:nvSpPr>
        <p:spPr>
          <a:xfrm>
            <a:off x="32358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30" type="subTitle"/>
          </p:nvPr>
        </p:nvSpPr>
        <p:spPr>
          <a:xfrm>
            <a:off x="32358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idx="31" type="subTitle"/>
          </p:nvPr>
        </p:nvSpPr>
        <p:spPr>
          <a:xfrm>
            <a:off x="32358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32" type="subTitle"/>
          </p:nvPr>
        </p:nvSpPr>
        <p:spPr>
          <a:xfrm>
            <a:off x="32358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0" name="Google Shape;440;p37"/>
          <p:cNvSpPr txBox="1"/>
          <p:nvPr>
            <p:ph idx="33" type="subTitle"/>
          </p:nvPr>
        </p:nvSpPr>
        <p:spPr>
          <a:xfrm>
            <a:off x="72657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34" type="subTitle"/>
          </p:nvPr>
        </p:nvSpPr>
        <p:spPr>
          <a:xfrm>
            <a:off x="72657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2" name="Google Shape;442;p37"/>
          <p:cNvSpPr txBox="1"/>
          <p:nvPr>
            <p:ph idx="35" type="subTitle"/>
          </p:nvPr>
        </p:nvSpPr>
        <p:spPr>
          <a:xfrm>
            <a:off x="72657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3" name="Google Shape;443;p37"/>
          <p:cNvSpPr txBox="1"/>
          <p:nvPr>
            <p:ph idx="36" type="subTitle"/>
          </p:nvPr>
        </p:nvSpPr>
        <p:spPr>
          <a:xfrm>
            <a:off x="72657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37" type="subTitle"/>
          </p:nvPr>
        </p:nvSpPr>
        <p:spPr>
          <a:xfrm>
            <a:off x="7265700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5" name="Google Shape;445;p37"/>
          <p:cNvSpPr txBox="1"/>
          <p:nvPr>
            <p:ph idx="38" type="subTitle"/>
          </p:nvPr>
        </p:nvSpPr>
        <p:spPr>
          <a:xfrm>
            <a:off x="7265700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6" name="Google Shape;446;p37"/>
          <p:cNvSpPr txBox="1"/>
          <p:nvPr>
            <p:ph idx="39" type="subTitle"/>
          </p:nvPr>
        </p:nvSpPr>
        <p:spPr>
          <a:xfrm>
            <a:off x="7265700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7" name="Google Shape;447;p37"/>
          <p:cNvSpPr txBox="1"/>
          <p:nvPr>
            <p:ph idx="40" type="subTitle"/>
          </p:nvPr>
        </p:nvSpPr>
        <p:spPr>
          <a:xfrm>
            <a:off x="7265700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8" name="Google Shape;448;p37"/>
          <p:cNvSpPr txBox="1"/>
          <p:nvPr>
            <p:ph idx="41" type="subTitle"/>
          </p:nvPr>
        </p:nvSpPr>
        <p:spPr>
          <a:xfrm>
            <a:off x="549252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9" name="Google Shape;449;p37"/>
          <p:cNvSpPr txBox="1"/>
          <p:nvPr>
            <p:ph idx="42" type="subTitle"/>
          </p:nvPr>
        </p:nvSpPr>
        <p:spPr>
          <a:xfrm>
            <a:off x="549252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0" name="Google Shape;450;p37"/>
          <p:cNvSpPr txBox="1"/>
          <p:nvPr>
            <p:ph idx="43" type="subTitle"/>
          </p:nvPr>
        </p:nvSpPr>
        <p:spPr>
          <a:xfrm>
            <a:off x="549252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1" name="Google Shape;451;p37"/>
          <p:cNvSpPr txBox="1"/>
          <p:nvPr>
            <p:ph idx="44" type="subTitle"/>
          </p:nvPr>
        </p:nvSpPr>
        <p:spPr>
          <a:xfrm>
            <a:off x="549252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2" name="Google Shape;452;p37"/>
          <p:cNvSpPr txBox="1"/>
          <p:nvPr>
            <p:ph idx="45" type="subTitle"/>
          </p:nvPr>
        </p:nvSpPr>
        <p:spPr>
          <a:xfrm>
            <a:off x="549252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3" name="Google Shape;453;p37"/>
          <p:cNvSpPr txBox="1"/>
          <p:nvPr>
            <p:ph idx="46" type="subTitle"/>
          </p:nvPr>
        </p:nvSpPr>
        <p:spPr>
          <a:xfrm>
            <a:off x="549252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4" name="Google Shape;454;p37"/>
          <p:cNvSpPr txBox="1"/>
          <p:nvPr>
            <p:ph idx="47" type="subTitle"/>
          </p:nvPr>
        </p:nvSpPr>
        <p:spPr>
          <a:xfrm>
            <a:off x="549252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5" name="Google Shape;455;p37"/>
          <p:cNvSpPr txBox="1"/>
          <p:nvPr>
            <p:ph idx="48" type="subTitle"/>
          </p:nvPr>
        </p:nvSpPr>
        <p:spPr>
          <a:xfrm>
            <a:off x="549252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6" name="Google Shape;456;p3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57" name="Google Shape;457;p37"/>
          <p:cNvSpPr txBox="1"/>
          <p:nvPr>
            <p:ph idx="4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58" name="Google Shape;458;p37"/>
          <p:cNvSpPr txBox="1"/>
          <p:nvPr>
            <p:ph idx="5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3">
  <p:cSld name="CUSTOM_14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07254" y="270000"/>
            <a:ext cx="8634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07254" y="1639635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38"/>
          <p:cNvSpPr txBox="1"/>
          <p:nvPr>
            <p:ph idx="3" type="title"/>
          </p:nvPr>
        </p:nvSpPr>
        <p:spPr>
          <a:xfrm>
            <a:off x="1981475" y="1639635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idx="4" type="title"/>
          </p:nvPr>
        </p:nvSpPr>
        <p:spPr>
          <a:xfrm>
            <a:off x="3737000" y="1639635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5" name="Google Shape;465;p38"/>
          <p:cNvSpPr txBox="1"/>
          <p:nvPr>
            <p:ph idx="5" type="title"/>
          </p:nvPr>
        </p:nvSpPr>
        <p:spPr>
          <a:xfrm>
            <a:off x="5492525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6" name="Google Shape;466;p38"/>
          <p:cNvSpPr txBox="1"/>
          <p:nvPr>
            <p:ph idx="6" type="title"/>
          </p:nvPr>
        </p:nvSpPr>
        <p:spPr>
          <a:xfrm>
            <a:off x="7265700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38"/>
          <p:cNvSpPr txBox="1"/>
          <p:nvPr>
            <p:ph idx="7" type="title"/>
          </p:nvPr>
        </p:nvSpPr>
        <p:spPr>
          <a:xfrm>
            <a:off x="307254" y="205210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idx="8" type="title"/>
          </p:nvPr>
        </p:nvSpPr>
        <p:spPr>
          <a:xfrm>
            <a:off x="307254" y="2610874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idx="9" type="title"/>
          </p:nvPr>
        </p:nvSpPr>
        <p:spPr>
          <a:xfrm>
            <a:off x="307254" y="3171163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3" type="title"/>
          </p:nvPr>
        </p:nvSpPr>
        <p:spPr>
          <a:xfrm>
            <a:off x="307254" y="372982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1" name="Google Shape;471;p38"/>
          <p:cNvSpPr txBox="1"/>
          <p:nvPr>
            <p:ph idx="14" type="title"/>
          </p:nvPr>
        </p:nvSpPr>
        <p:spPr>
          <a:xfrm>
            <a:off x="1981475" y="2139560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38"/>
          <p:cNvSpPr txBox="1"/>
          <p:nvPr>
            <p:ph idx="15" type="title"/>
          </p:nvPr>
        </p:nvSpPr>
        <p:spPr>
          <a:xfrm>
            <a:off x="3737000" y="2139560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38"/>
          <p:cNvSpPr txBox="1"/>
          <p:nvPr>
            <p:ph idx="16" type="title"/>
          </p:nvPr>
        </p:nvSpPr>
        <p:spPr>
          <a:xfrm>
            <a:off x="5492525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17" type="title"/>
          </p:nvPr>
        </p:nvSpPr>
        <p:spPr>
          <a:xfrm>
            <a:off x="7265700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5" name="Google Shape;475;p38"/>
          <p:cNvSpPr txBox="1"/>
          <p:nvPr>
            <p:ph idx="18" type="title"/>
          </p:nvPr>
        </p:nvSpPr>
        <p:spPr>
          <a:xfrm>
            <a:off x="1981475" y="2703596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6" name="Google Shape;476;p38"/>
          <p:cNvSpPr txBox="1"/>
          <p:nvPr>
            <p:ph idx="19" type="title"/>
          </p:nvPr>
        </p:nvSpPr>
        <p:spPr>
          <a:xfrm>
            <a:off x="3737000" y="2703596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7" name="Google Shape;477;p38"/>
          <p:cNvSpPr txBox="1"/>
          <p:nvPr>
            <p:ph idx="20" type="title"/>
          </p:nvPr>
        </p:nvSpPr>
        <p:spPr>
          <a:xfrm>
            <a:off x="5492525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8" name="Google Shape;478;p38"/>
          <p:cNvSpPr txBox="1"/>
          <p:nvPr>
            <p:ph idx="21" type="title"/>
          </p:nvPr>
        </p:nvSpPr>
        <p:spPr>
          <a:xfrm>
            <a:off x="7265700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9" name="Google Shape;479;p38"/>
          <p:cNvSpPr txBox="1"/>
          <p:nvPr>
            <p:ph idx="22" type="title"/>
          </p:nvPr>
        </p:nvSpPr>
        <p:spPr>
          <a:xfrm>
            <a:off x="1981475" y="3240547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0" name="Google Shape;480;p38"/>
          <p:cNvSpPr txBox="1"/>
          <p:nvPr>
            <p:ph idx="23" type="title"/>
          </p:nvPr>
        </p:nvSpPr>
        <p:spPr>
          <a:xfrm>
            <a:off x="3737000" y="3240547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1" name="Google Shape;481;p38"/>
          <p:cNvSpPr txBox="1"/>
          <p:nvPr>
            <p:ph idx="24" type="title"/>
          </p:nvPr>
        </p:nvSpPr>
        <p:spPr>
          <a:xfrm>
            <a:off x="5492525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2" name="Google Shape;482;p38"/>
          <p:cNvSpPr txBox="1"/>
          <p:nvPr>
            <p:ph idx="25" type="title"/>
          </p:nvPr>
        </p:nvSpPr>
        <p:spPr>
          <a:xfrm>
            <a:off x="7265700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3" name="Google Shape;483;p38"/>
          <p:cNvSpPr txBox="1"/>
          <p:nvPr>
            <p:ph idx="26" type="title"/>
          </p:nvPr>
        </p:nvSpPr>
        <p:spPr>
          <a:xfrm>
            <a:off x="1981475" y="3783794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4" name="Google Shape;484;p38"/>
          <p:cNvSpPr txBox="1"/>
          <p:nvPr>
            <p:ph idx="27" type="title"/>
          </p:nvPr>
        </p:nvSpPr>
        <p:spPr>
          <a:xfrm>
            <a:off x="3737000" y="3783794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5" name="Google Shape;485;p38"/>
          <p:cNvSpPr txBox="1"/>
          <p:nvPr>
            <p:ph idx="28" type="title"/>
          </p:nvPr>
        </p:nvSpPr>
        <p:spPr>
          <a:xfrm>
            <a:off x="5492525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6" name="Google Shape;486;p38"/>
          <p:cNvSpPr txBox="1"/>
          <p:nvPr>
            <p:ph idx="29" type="title"/>
          </p:nvPr>
        </p:nvSpPr>
        <p:spPr>
          <a:xfrm>
            <a:off x="7265700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88" name="Google Shape;488;p3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89" name="Google Shape;489;p38"/>
          <p:cNvSpPr txBox="1"/>
          <p:nvPr>
            <p:ph idx="3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Other explorations 1">
  <p:cSld name="CUSTOM_15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/>
          <p:nvPr>
            <p:ph type="title"/>
          </p:nvPr>
        </p:nvSpPr>
        <p:spPr>
          <a:xfrm>
            <a:off x="317550" y="280950"/>
            <a:ext cx="34773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39"/>
          <p:cNvSpPr txBox="1"/>
          <p:nvPr>
            <p:ph idx="1" type="subTitle"/>
          </p:nvPr>
        </p:nvSpPr>
        <p:spPr>
          <a:xfrm>
            <a:off x="317550" y="3167239"/>
            <a:ext cx="2901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 SemiBold"/>
              <a:buNone/>
              <a:defRPr sz="15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9"/>
          <p:cNvSpPr txBox="1"/>
          <p:nvPr>
            <p:ph idx="2" type="title"/>
          </p:nvPr>
        </p:nvSpPr>
        <p:spPr>
          <a:xfrm>
            <a:off x="5672366" y="-446192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39"/>
          <p:cNvSpPr txBox="1"/>
          <p:nvPr>
            <p:ph idx="3" type="title"/>
          </p:nvPr>
        </p:nvSpPr>
        <p:spPr>
          <a:xfrm>
            <a:off x="5672366" y="-2308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39"/>
          <p:cNvSpPr txBox="1"/>
          <p:nvPr>
            <p:ph idx="4" type="title"/>
          </p:nvPr>
        </p:nvSpPr>
        <p:spPr>
          <a:xfrm>
            <a:off x="5672366" y="400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39"/>
          <p:cNvSpPr txBox="1"/>
          <p:nvPr>
            <p:ph idx="5" type="title"/>
          </p:nvPr>
        </p:nvSpPr>
        <p:spPr>
          <a:xfrm>
            <a:off x="5672366" y="8231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39"/>
          <p:cNvSpPr txBox="1"/>
          <p:nvPr>
            <p:ph idx="6" type="title"/>
          </p:nvPr>
        </p:nvSpPr>
        <p:spPr>
          <a:xfrm>
            <a:off x="5672366" y="12462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39"/>
          <p:cNvSpPr txBox="1"/>
          <p:nvPr>
            <p:ph idx="7" type="title"/>
          </p:nvPr>
        </p:nvSpPr>
        <p:spPr>
          <a:xfrm>
            <a:off x="5672366" y="16693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39"/>
          <p:cNvSpPr txBox="1"/>
          <p:nvPr>
            <p:ph idx="8" type="title"/>
          </p:nvPr>
        </p:nvSpPr>
        <p:spPr>
          <a:xfrm>
            <a:off x="5672366" y="20924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9"/>
          <p:cNvSpPr txBox="1"/>
          <p:nvPr>
            <p:ph idx="9" type="title"/>
          </p:nvPr>
        </p:nvSpPr>
        <p:spPr>
          <a:xfrm>
            <a:off x="5672366" y="25155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39"/>
          <p:cNvSpPr txBox="1"/>
          <p:nvPr>
            <p:ph idx="13" type="title"/>
          </p:nvPr>
        </p:nvSpPr>
        <p:spPr>
          <a:xfrm>
            <a:off x="5672366" y="29386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9"/>
          <p:cNvSpPr txBox="1"/>
          <p:nvPr>
            <p:ph idx="14" type="title"/>
          </p:nvPr>
        </p:nvSpPr>
        <p:spPr>
          <a:xfrm>
            <a:off x="5672366" y="-789917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9"/>
          <p:cNvSpPr txBox="1"/>
          <p:nvPr>
            <p:ph idx="15" type="title"/>
          </p:nvPr>
        </p:nvSpPr>
        <p:spPr>
          <a:xfrm>
            <a:off x="5672366" y="33617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39"/>
          <p:cNvSpPr txBox="1"/>
          <p:nvPr>
            <p:ph idx="16" type="title"/>
          </p:nvPr>
        </p:nvSpPr>
        <p:spPr>
          <a:xfrm>
            <a:off x="5672366" y="37848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39"/>
          <p:cNvSpPr txBox="1"/>
          <p:nvPr>
            <p:ph idx="17" type="title"/>
          </p:nvPr>
        </p:nvSpPr>
        <p:spPr>
          <a:xfrm>
            <a:off x="5672366" y="42079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39"/>
          <p:cNvSpPr txBox="1"/>
          <p:nvPr>
            <p:ph idx="18" type="title"/>
          </p:nvPr>
        </p:nvSpPr>
        <p:spPr>
          <a:xfrm>
            <a:off x="5672366" y="4631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0000" y="346200"/>
            <a:ext cx="8634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rbanist ExtraBold"/>
              <a:buNone/>
              <a:defRPr b="0" i="0" sz="2600" u="none" cap="none" strike="noStrike">
                <a:solidFill>
                  <a:schemeClr val="dk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3800" y="1724488"/>
            <a:ext cx="8638979" cy="276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Char char="•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C35EA4"/>
          </p15:clr>
        </p15:guide>
        <p15:guide id="2" pos="5602">
          <p15:clr>
            <a:srgbClr val="C35EA4"/>
          </p15:clr>
        </p15:guide>
        <p15:guide id="3" orient="horz" pos="3083">
          <p15:clr>
            <a:srgbClr val="C35EA4"/>
          </p15:clr>
        </p15:guide>
        <p15:guide id="4" orient="horz" pos="168">
          <p15:clr>
            <a:srgbClr val="C35E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itle-bg.jp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FFFFF"/>
                </a:solidFill>
                <a:latin typeface="Arial Black"/>
              </a:rPr>
              <a:t>Project 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06B6D4"/>
                </a:solidFill>
                <a:latin typeface="Arial Black"/>
              </a:rPr>
              <a:t>Next-Gen Developer Platform</a:t>
            </a:r>
          </a:p>
          <a:p>
            <a:pPr algn="l">
              <a:spcBef>
                <a:spcPts val="1600"/>
              </a:spcBef>
            </a:pPr>
            <a:r>
              <a:rPr sz="1600">
                <a:solidFill>
                  <a:srgbClr val="FFFFFF"/>
                </a:solidFill>
                <a:latin typeface="Arial"/>
              </a:rPr>
              <a:t>Platform Engineering |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agenda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777240"/>
            <a:ext cx="3602736" cy="361187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0" y="777240"/>
            <a:ext cx="42245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63440" y="88696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88696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"/>
              </a:rPr>
              <a:t>Current State 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379220"/>
            <a:ext cx="42245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148894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8894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"/>
              </a:rPr>
              <a:t>Platform Vision &amp; Pillars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981199"/>
            <a:ext cx="42245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0" y="209092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9092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"/>
              </a:rPr>
              <a:t>Adoption Roadmap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583179"/>
            <a:ext cx="42245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269290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 Black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290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"/>
              </a:rPr>
              <a:t>Target Metrics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185159"/>
            <a:ext cx="42245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29488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 Black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9488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"/>
              </a:rPr>
              <a:t>Build vs Buy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787139"/>
            <a:ext cx="42245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89686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 Black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9686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C3AED"/>
                </a:solidFill>
                <a:latin typeface="Arial"/>
              </a:rPr>
              <a:t>Projected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4389119"/>
            <a:ext cx="42245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Current State — Where We Are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789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Arial Black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53312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7FF"/>
                </a:solidFill>
                <a:latin typeface="Arial"/>
              </a:rPr>
              <a:t>45-minute average deploy cycle</a:t>
            </a:r>
          </a:p>
          <a:p/>
          <a:p>
            <a:r>
              <a:rPr sz="1000">
                <a:solidFill>
                  <a:srgbClr val="E0E7FF"/>
                </a:solidFill>
                <a:latin typeface="Arial"/>
              </a:rPr>
              <a:t>3.2 incidents per week from config drift</a:t>
            </a:r>
          </a:p>
          <a:p/>
          <a:p>
            <a:r>
              <a:rPr sz="1000">
                <a:solidFill>
                  <a:srgbClr val="E0E7FF"/>
                </a:solidFill>
                <a:latin typeface="Arial"/>
              </a:rPr>
              <a:t>14 days to onboard a new engineer</a:t>
            </a:r>
          </a:p>
          <a:p/>
          <a:p>
            <a:r>
              <a:rPr sz="1000">
                <a:solidFill>
                  <a:srgbClr val="E0E7FF"/>
                </a:solidFill>
                <a:latin typeface="Arial"/>
              </a:rPr>
              <a:t>No standardized service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521712"/>
            <a:ext cx="4663440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7045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Arial Black"/>
              </a:rPr>
              <a:t>Target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8911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7FF"/>
                </a:solidFill>
                <a:latin typeface="Arial"/>
              </a:rPr>
              <a:t>Sub-5-minute deploys via self-service CI/CD</a:t>
            </a:r>
          </a:p>
          <a:p/>
          <a:p>
            <a:r>
              <a:rPr sz="1000">
                <a:solidFill>
                  <a:srgbClr val="E0E7FF"/>
                </a:solidFill>
                <a:latin typeface="Arial"/>
              </a:rPr>
              <a:t>Zero-drift infrastructure as code</a:t>
            </a:r>
          </a:p>
          <a:p/>
          <a:p>
            <a:r>
              <a:rPr sz="1000">
                <a:solidFill>
                  <a:srgbClr val="E0E7FF"/>
                </a:solidFill>
                <a:latin typeface="Arial"/>
              </a:rPr>
              <a:t>2-day engineer onboarding</a:t>
            </a:r>
          </a:p>
          <a:p/>
          <a:p>
            <a:r>
              <a:rPr sz="1000">
                <a:solidFill>
                  <a:srgbClr val="E0E7FF"/>
                </a:solidFill>
                <a:latin typeface="Arial"/>
              </a:rPr>
              <a:t>Golden paths for every service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1"/>
            <a:ext cx="3474720" cy="3374136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nk-01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6187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1170431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7C3AED"/>
                </a:solidFill>
                <a:latin typeface="Arial Black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612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0E7FF"/>
                </a:solidFill>
                <a:latin typeface="Arial"/>
              </a:rPr>
              <a:t>Deploy 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59" y="2087880"/>
            <a:ext cx="2926080" cy="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nk-02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2524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1610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7C3AED"/>
                </a:solidFill>
                <a:latin typeface="Arial Black"/>
              </a:rPr>
              <a:t>3.2/wk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76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0E7FF"/>
                </a:solidFill>
                <a:latin typeface="Arial"/>
              </a:rPr>
              <a:t>Config Incidents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59" y="3078480"/>
            <a:ext cx="2926080" cy="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31516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7C3AED"/>
                </a:solidFill>
                <a:latin typeface="Arial Black"/>
              </a:rPr>
              <a:t>14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0E7FF"/>
                </a:solidFill>
                <a:latin typeface="Arial"/>
              </a:rPr>
              <a:t>Onboarding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Platform Pillars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04238"/>
            <a:ext cx="2057400" cy="1540763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3AED"/>
                </a:solidFill>
                <a:latin typeface="Arial Black"/>
              </a:rPr>
              <a:t>Self-Service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43150"/>
            <a:ext cx="1837943" cy="99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0E7FF"/>
                </a:solidFill>
                <a:latin typeface="Arial"/>
              </a:rPr>
              <a:t>Terraform modules with guardrails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One-click environment provisioning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Cost-aware resource defaults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04238"/>
            <a:ext cx="2057400" cy="1540763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3AED"/>
                </a:solidFill>
                <a:latin typeface="Arial Black"/>
              </a:rPr>
              <a:t>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0E7FF"/>
                </a:solidFill>
                <a:latin typeface="Arial"/>
              </a:rPr>
              <a:t>Standardized build and deploy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Automatic security scanning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Canary deployments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04238"/>
            <a:ext cx="2057400" cy="1540763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3AED"/>
                </a:solidFill>
                <a:latin typeface="Arial Black"/>
              </a:rPr>
              <a:t>Service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43150"/>
            <a:ext cx="1837943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0E7FF"/>
                </a:solidFill>
                <a:latin typeface="Arial"/>
              </a:rPr>
              <a:t>Golden path service templates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API-first design standards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Ownership and dependency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04238"/>
            <a:ext cx="2057400" cy="1540763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3AED"/>
                </a:solidFill>
                <a:latin typeface="Arial Black"/>
              </a:rPr>
              <a:t>Observability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0E7FF"/>
                </a:solidFill>
                <a:latin typeface="Arial"/>
              </a:rPr>
              <a:t>Unified metrics and tracing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SLA-driven alerting</a:t>
            </a:r>
          </a:p>
          <a:p/>
          <a:p>
            <a:r>
              <a:rPr sz="900">
                <a:solidFill>
                  <a:srgbClr val="E0E7FF"/>
                </a:solidFill>
                <a:latin typeface="Arial"/>
              </a:rPr>
              <a:t>Real-time cost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Adoption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2057400"/>
          <a:ext cx="8503917" cy="128016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776184"/>
                <a:gridCol w="2964533"/>
                <a:gridCol w="2420531"/>
                <a:gridCol w="1342669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Phase</a:t>
                      </a:r>
                    </a:p>
                  </a:txBody>
                  <a:tcPr marL="73152" marR="45720" marT="36576" marB="36576">
                    <a:solidFill>
                      <a:srgbClr val="7C3AE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Scope</a:t>
                      </a:r>
                    </a:p>
                  </a:txBody>
                  <a:tcPr marL="73152" marR="45720" marT="36576" marB="36576">
                    <a:solidFill>
                      <a:srgbClr val="7C3AE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Teams</a:t>
                      </a:r>
                    </a:p>
                  </a:txBody>
                  <a:tcPr marL="73152" marR="45720" marT="36576" marB="36576">
                    <a:solidFill>
                      <a:srgbClr val="7C3AE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 Black"/>
                        </a:rPr>
                        <a:t>Timeline</a:t>
                      </a:r>
                    </a:p>
                  </a:txBody>
                  <a:tcPr marL="73152" marR="45720" marT="36576" marB="36576">
                    <a:solidFill>
                      <a:srgbClr val="7C3AED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7C3AED"/>
                          </a:solidFill>
                          <a:latin typeface="Arial"/>
                        </a:rPr>
                        <a:t>Foundation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CI/CD pipeline, service catalog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Platform + 2 pilot teams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7C3AED"/>
                          </a:solidFill>
                          <a:latin typeface="Arial"/>
                        </a:rPr>
                        <a:t>Early Adopters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Self-service infra, golden paths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8 volunteer teams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7C3AED"/>
                          </a:solidFill>
                          <a:latin typeface="Arial"/>
                        </a:rPr>
                        <a:t>Scaling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Full observability, cost tooling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All engineering (24 teams)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7C3AED"/>
                          </a:solidFill>
                          <a:latin typeface="Arial"/>
                        </a:rPr>
                        <a:t>Maturity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Self-service everything, metrics-driven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Organization-wide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0E7FF"/>
                          </a:solidFill>
                          <a:latin typeface="Arial"/>
                        </a:rPr>
                        <a:t>Q1 2027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Engineering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C3AED"/>
                </a:solidFill>
                <a:latin typeface="Arial Black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79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C3AED"/>
                </a:solidFill>
                <a:latin typeface="Arial Black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1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C3AED"/>
                </a:solidFill>
                <a:latin typeface="Arial Black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C3AED"/>
                </a:solidFill>
                <a:latin typeface="Arial Black"/>
              </a:rPr>
              <a:t>Phase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559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C3AED"/>
                </a:solidFill>
                <a:latin typeface="Arial Black"/>
              </a:rP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4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C3AED"/>
                </a:solidFill>
                <a:latin typeface="Arial Black"/>
              </a:rPr>
              <a:t>Phase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097280"/>
            <a:ext cx="7315200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7960" y="1097280"/>
            <a:ext cx="0" cy="338328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47160" y="1097280"/>
            <a:ext cx="0" cy="338328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097280"/>
            <a:ext cx="0" cy="338328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5559" y="1097280"/>
            <a:ext cx="0" cy="338328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0" y="1097280"/>
            <a:ext cx="0" cy="338328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3AED"/>
                </a:solidFill>
                <a:latin typeface="Arial Black"/>
              </a:rPr>
              <a:t>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4536" y="1261872"/>
            <a:ext cx="2365248" cy="256032"/>
          </a:xfrm>
          <a:prstGeom prst="roundRect">
            <a:avLst/>
          </a:prstGeom>
          <a:solidFill>
            <a:srgbClr val="1E1B4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9400" y="1261872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7C3AED"/>
                </a:solidFill>
                <a:latin typeface="Arial"/>
              </a:rPr>
              <a:t>Terraform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3736" y="1572768"/>
            <a:ext cx="3584448" cy="256032"/>
          </a:xfrm>
          <a:prstGeom prst="roundRect">
            <a:avLst/>
          </a:prstGeom>
          <a:solidFill>
            <a:srgbClr val="1E1B4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8599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7C3AED"/>
                </a:solidFill>
                <a:latin typeface="Arial"/>
              </a:rPr>
              <a:t>Environment provisioning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3AED"/>
                </a:solidFill>
                <a:latin typeface="Arial Black"/>
              </a:rPr>
              <a:t>CI/CD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286000"/>
            <a:ext cx="8503920" cy="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64536" y="2359152"/>
            <a:ext cx="3584447" cy="256032"/>
          </a:xfrm>
          <a:prstGeom prst="roundRect">
            <a:avLst/>
          </a:prstGeom>
          <a:solidFill>
            <a:srgbClr val="1E1B4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9400" y="235915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7C3AED"/>
                </a:solidFill>
                <a:latin typeface="Arial"/>
              </a:rPr>
              <a:t>Pipeline standardization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2670048"/>
            <a:ext cx="3584448" cy="256032"/>
          </a:xfrm>
          <a:prstGeom prst="roundRect">
            <a:avLst/>
          </a:prstGeom>
          <a:solidFill>
            <a:srgbClr val="1E1B4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7C3AED"/>
                </a:solidFill>
                <a:latin typeface="Arial"/>
              </a:rPr>
              <a:t>Canary deploys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3832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3AED"/>
                </a:solidFill>
                <a:latin typeface="Arial Black"/>
              </a:rPr>
              <a:t>Developer Experience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" y="3383280"/>
            <a:ext cx="8503920" cy="0"/>
          </a:xfrm>
          <a:prstGeom prst="line">
            <a:avLst/>
          </a:prstGeom>
          <a:ln w="63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83736" y="3456432"/>
            <a:ext cx="3584448" cy="256032"/>
          </a:xfrm>
          <a:prstGeom prst="roundRect">
            <a:avLst/>
          </a:prstGeom>
          <a:solidFill>
            <a:srgbClr val="1E1B4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599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7C3AED"/>
                </a:solidFill>
                <a:latin typeface="Arial"/>
              </a:rPr>
              <a:t>Service catalog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2135" y="3767328"/>
            <a:ext cx="2365248" cy="256032"/>
          </a:xfrm>
          <a:prstGeom prst="roundRect">
            <a:avLst/>
          </a:prstGeom>
          <a:solidFill>
            <a:srgbClr val="1E1B4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999" y="3767328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7C3AED"/>
                </a:solidFill>
                <a:latin typeface="Arial"/>
              </a:rPr>
              <a:t>Golden path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Target Metrics — By End of Q4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51660"/>
            <a:ext cx="2043684" cy="164592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7C3AED"/>
                </a:solidFill>
                <a:latin typeface="Arial Black"/>
              </a:rPr>
              <a:t>&lt; 5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0E7FF"/>
                </a:solidFill>
                <a:latin typeface="Arial"/>
              </a:rPr>
              <a:t>Deploy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3452" y="1851660"/>
            <a:ext cx="2043684" cy="164592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3180" y="1961388"/>
            <a:ext cx="1824228" cy="497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7C3AED"/>
                </a:solidFill>
                <a:latin typeface="Arial Black"/>
              </a:rPr>
              <a:t>&lt; 30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0E7FF"/>
                </a:solidFill>
                <a:latin typeface="Arial"/>
              </a:rPr>
              <a:t>Mean Time to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851660"/>
            <a:ext cx="2043684" cy="164592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7C3AED"/>
                </a:solidFill>
                <a:latin typeface="Arial Black"/>
              </a:rPr>
              <a:t>85%</a:t>
            </a:r>
            <a:r>
              <a:rPr sz="1400">
                <a:solidFill>
                  <a:srgbClr val="4EC98B"/>
                </a:solidFill>
                <a:latin typeface="Arial"/>
              </a:rPr>
              <a:t>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0E7FF"/>
                </a:solidFill>
                <a:latin typeface="Arial"/>
              </a:rPr>
              <a:t>Developer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1851660"/>
            <a:ext cx="2043684" cy="164592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0004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7C3AED"/>
                </a:solidFill>
                <a:latin typeface="Arial Black"/>
              </a:rPr>
              <a:t>2 days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0004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0E7FF"/>
                </a:solidFill>
                <a:latin typeface="Arial"/>
              </a:rPr>
              <a:t>New Engineer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Build vs Buy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80260"/>
            <a:ext cx="4160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✓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46020"/>
            <a:ext cx="4160520" cy="822959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Arial"/>
              </a:rPr>
              <a:t>✓  </a:t>
            </a:r>
            <a:r>
              <a:rPr sz="900">
                <a:solidFill>
                  <a:srgbClr val="E0E7FF"/>
                </a:solidFill>
                <a:latin typeface="Arial"/>
              </a:rPr>
              <a:t>Full control over 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Arial"/>
              </a:rPr>
              <a:t>✓  </a:t>
            </a:r>
            <a:r>
              <a:rPr sz="900">
                <a:solidFill>
                  <a:srgbClr val="E0E7FF"/>
                </a:solidFill>
                <a:latin typeface="Arial"/>
              </a:rPr>
              <a:t>Deep integration with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Arial"/>
              </a:rPr>
              <a:t>✓  </a:t>
            </a:r>
            <a:r>
              <a:rPr sz="900">
                <a:solidFill>
                  <a:srgbClr val="E0E7FF"/>
                </a:solidFill>
                <a:latin typeface="Arial"/>
              </a:rPr>
              <a:t>No per-seat licensing costs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80260"/>
            <a:ext cx="41605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✗ 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446020"/>
            <a:ext cx="4160520" cy="822959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F4444"/>
                </a:solidFill>
                <a:latin typeface="Arial"/>
              </a:rPr>
              <a:t>✗  </a:t>
            </a:r>
            <a:r>
              <a:rPr sz="900">
                <a:solidFill>
                  <a:srgbClr val="E0E7FF"/>
                </a:solidFill>
                <a:latin typeface="Arial"/>
              </a:rPr>
              <a:t>Faster initial 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F4444"/>
                </a:solidFill>
                <a:latin typeface="Arial"/>
              </a:rPr>
              <a:t>✗  </a:t>
            </a:r>
            <a:r>
              <a:rPr sz="900">
                <a:solidFill>
                  <a:srgbClr val="E0E7FF"/>
                </a:solidFill>
                <a:latin typeface="Arial"/>
              </a:rPr>
              <a:t>Reduced operational burden on platform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F4444"/>
                </a:solidFill>
                <a:latin typeface="Arial"/>
              </a:rPr>
              <a:t>✗  </a:t>
            </a:r>
            <a:r>
              <a:rPr sz="900">
                <a:solidFill>
                  <a:srgbClr val="E0E7FF"/>
                </a:solidFill>
                <a:latin typeface="Arial"/>
              </a:rPr>
              <a:t>Built-in compliance and audit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Projected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43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7C3AED"/>
                </a:solidFill>
                <a:latin typeface="Arial Black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75940"/>
            <a:ext cx="54864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E0E7FF"/>
                </a:solidFill>
                <a:latin typeface="Arial"/>
              </a:rPr>
              <a:t>Improvement in deployment frequency by end of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title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610360"/>
            <a:ext cx="7315200" cy="85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Arial Black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46680"/>
            <a:ext cx="64008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Platform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5480"/>
            <a:ext cx="5486400" cy="21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platform-eng@</a:t>
            </a:r>
            <a:r>
              <a:rPr sz="1200" u="sng">
                <a:solidFill>
                  <a:srgbClr val="2B6CB0"/>
                </a:solidFill>
                <a:latin typeface="Arial"/>
                <a:hlinkClick r:id="rId3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rive">
  <a:themeElements>
    <a:clrScheme name="Easy Park">
      <a:dk1>
        <a:srgbClr val="7C3AED"/>
      </a:dk1>
      <a:lt1>
        <a:srgbClr val="FFFFFF"/>
      </a:lt1>
      <a:dk2>
        <a:srgbClr val="06B6D4"/>
      </a:dk2>
      <a:lt2>
        <a:srgbClr val="1E1B4B"/>
      </a:lt2>
      <a:accent1>
        <a:srgbClr val="7C3AED"/>
      </a:accent1>
      <a:accent2>
        <a:srgbClr val="E4D7FB"/>
      </a:accent2>
      <a:accent3>
        <a:srgbClr val="A78BFA"/>
      </a:accent3>
      <a:accent4>
        <a:srgbClr val="FFFFFF"/>
      </a:accent4>
      <a:accent5>
        <a:srgbClr val="4A228E"/>
      </a:accent5>
      <a:accent6>
        <a:srgbClr val="1E1B4B"/>
      </a:accent6>
      <a:hlink>
        <a:srgbClr val="06B6D4"/>
      </a:hlink>
      <a:folHlink>
        <a:srgbClr val="047F94"/>
      </a:folHlink>
    </a:clrScheme>
    <a:fontScheme name="Office">
      <a:majorFont>
        <a:latin typeface="Arial Bla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7C3AED"/>
      </a:dk1>
      <a:lt1>
        <a:srgbClr val="FFFFFF"/>
      </a:lt1>
      <a:dk2>
        <a:srgbClr val="06B6D4"/>
      </a:dk2>
      <a:lt2>
        <a:srgbClr val="1E1B4B"/>
      </a:lt2>
      <a:accent1>
        <a:srgbClr val="7C3AED"/>
      </a:accent1>
      <a:accent2>
        <a:srgbClr val="E4D7FB"/>
      </a:accent2>
      <a:accent3>
        <a:srgbClr val="A78BFA"/>
      </a:accent3>
      <a:accent4>
        <a:srgbClr val="FFFFFF"/>
      </a:accent4>
      <a:accent5>
        <a:srgbClr val="4A228E"/>
      </a:accent5>
      <a:accent6>
        <a:srgbClr val="1E1B4B"/>
      </a:accent6>
      <a:hlink>
        <a:srgbClr val="06B6D4"/>
      </a:hlink>
      <a:folHlink>
        <a:srgbClr val="047F94"/>
      </a:folHlink>
    </a:clrScheme>
    <a:fontScheme name="Office">
      <a:majorFont>
        <a:latin typeface="Arial Bla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