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6" r:id="rId5"/>
  </p:sldMasterIdLst>
  <p:notesMasterIdLst>
    <p:notesMasterId r:id="rId6"/>
  </p:notesMasterIdLst>
  <p:sldIdLst>
    <p:sldId id="256" r:id="rId39"/>
    <p:sldId id="257" r:id="rId40"/>
    <p:sldId id="258" r:id="rId41"/>
    <p:sldId id="259" r:id="rId42"/>
    <p:sldId id="260" r:id="rId43"/>
    <p:sldId id="261" r:id="rId44"/>
    <p:sldId id="262" r:id="rId45"/>
    <p:sldId id="263" r:id="rId46"/>
    <p:sldId id="264" r:id="rId47"/>
    <p:sldId id="265" r:id="rId48"/>
  </p:sldIdLst>
  <p:sldSz cy="5143500" cx="9144000"/>
  <p:notesSz cx="6858000" cy="9144000"/>
  <p:embeddedFontLst>
    <p:embeddedFont>
      <p:font typeface="DM Sans Medium"/>
      <p:regular r:id="rId104"/>
      <p:bold r:id="rId105"/>
      <p:italic r:id="rId106"/>
      <p:boldItalic r:id="rId107"/>
    </p:embeddedFont>
    <p:embeddedFont>
      <p:font typeface="Inter"/>
      <p:regular r:id="rId108"/>
      <p:bold r:id="rId109"/>
      <p:italic r:id="rId110"/>
      <p:boldItalic r:id="rId111"/>
    </p:embeddedFont>
    <p:embeddedFont>
      <p:font typeface="Urbanist SemiBold"/>
      <p:regular r:id="rId112"/>
      <p:bold r:id="rId113"/>
      <p:italic r:id="rId114"/>
      <p:boldItalic r:id="rId115"/>
    </p:embeddedFont>
    <p:embeddedFont>
      <p:font typeface="Urbanist Medium"/>
      <p:regular r:id="rId116"/>
      <p:bold r:id="rId117"/>
      <p:italic r:id="rId118"/>
      <p:boldItalic r:id="rId119"/>
    </p:embeddedFont>
    <p:embeddedFont>
      <p:font typeface="Urbanist"/>
      <p:regular r:id="rId120"/>
      <p:bold r:id="rId121"/>
      <p:italic r:id="rId122"/>
      <p:boldItalic r:id="rId123"/>
    </p:embeddedFont>
    <p:embeddedFont>
      <p:font typeface="Urbanist Black"/>
      <p:bold r:id="rId124"/>
      <p:boldItalic r:id="rId125"/>
    </p:embeddedFont>
    <p:embeddedFont>
      <p:font typeface="DM Sans SemiBold"/>
      <p:regular r:id="rId126"/>
      <p:bold r:id="rId127"/>
      <p:italic r:id="rId128"/>
      <p:boldItalic r:id="rId129"/>
    </p:embeddedFont>
    <p:embeddedFont>
      <p:font typeface="Urbanist ExtraBold"/>
      <p:bold r:id="rId130"/>
      <p:boldItalic r:id="rId131"/>
    </p:embeddedFont>
    <p:embeddedFont>
      <p:font typeface="DM Sans"/>
      <p:regular r:id="rId132"/>
      <p:bold r:id="rId133"/>
      <p:italic r:id="rId134"/>
      <p:boldItalic r:id="rId1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  <p15:guide id="3" orient="horz" pos="936">
          <p15:clr>
            <a:srgbClr val="747775"/>
          </p15:clr>
        </p15:guide>
        <p15:guide id="4" orient="horz" pos="1975">
          <p15:clr>
            <a:srgbClr val="747775"/>
          </p15:clr>
        </p15:guide>
        <p15:guide id="5" orient="horz" pos="1674">
          <p15:clr>
            <a:srgbClr val="747775"/>
          </p15:clr>
        </p15:guide>
        <p15:guide id="6" orient="horz" pos="1242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D3EED57-D59B-46CD-A7A1-B7D263F0433E}">
  <a:tblStyle styleId="{9D3EED57-D59B-46CD-A7A1-B7D263F0433E}" styleName="Table_0">
    <a:wholeTbl>
      <a:tcTxStyle b="off" i="off">
        <a:font>
          <a:latin typeface="Inter"/>
          <a:ea typeface="Inter"/>
          <a:cs typeface="Inter"/>
        </a:font>
        <a:srgbClr val="000000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  <p:guide pos="936" orient="horz"/>
        <p:guide pos="1975" orient="horz"/>
        <p:guide pos="1674" orient="horz"/>
        <p:guide pos="1242" orient="horz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39" Type="http://schemas.openxmlformats.org/officeDocument/2006/relationships/slide" Target="slides/slide1.xml"/><Relationship Id="rId40" Type="http://schemas.openxmlformats.org/officeDocument/2006/relationships/slide" Target="slides/slide2.xml"/><Relationship Id="rId41" Type="http://schemas.openxmlformats.org/officeDocument/2006/relationships/slide" Target="slides/slide3.xml"/><Relationship Id="rId42" Type="http://schemas.openxmlformats.org/officeDocument/2006/relationships/slide" Target="slides/slide4.xml"/><Relationship Id="rId43" Type="http://schemas.openxmlformats.org/officeDocument/2006/relationships/slide" Target="slides/slide5.xml"/><Relationship Id="rId44" Type="http://schemas.openxmlformats.org/officeDocument/2006/relationships/slide" Target="slides/slide6.xml"/><Relationship Id="rId45" Type="http://schemas.openxmlformats.org/officeDocument/2006/relationships/slide" Target="slides/slide7.xml"/><Relationship Id="rId46" Type="http://schemas.openxmlformats.org/officeDocument/2006/relationships/slide" Target="slides/slide8.xml"/><Relationship Id="rId47" Type="http://schemas.openxmlformats.org/officeDocument/2006/relationships/slide" Target="slides/slide9.xml"/><Relationship Id="rId48" Type="http://schemas.openxmlformats.org/officeDocument/2006/relationships/slide" Target="slides/slide10.xml"/><Relationship Id="rId104" Type="http://schemas.openxmlformats.org/officeDocument/2006/relationships/font" Target="fonts/DMSansMedium-regular.fntdata"/><Relationship Id="rId105" Type="http://schemas.openxmlformats.org/officeDocument/2006/relationships/font" Target="fonts/DMSansMedium-bold.fntdata"/><Relationship Id="rId106" Type="http://schemas.openxmlformats.org/officeDocument/2006/relationships/font" Target="fonts/DMSansMedium-italic.fntdata"/><Relationship Id="rId107" Type="http://schemas.openxmlformats.org/officeDocument/2006/relationships/font" Target="fonts/DMSansMedium-boldItalic.fntdata"/><Relationship Id="rId108" Type="http://schemas.openxmlformats.org/officeDocument/2006/relationships/font" Target="fonts/Inter-regular.fntdata"/><Relationship Id="rId109" Type="http://schemas.openxmlformats.org/officeDocument/2006/relationships/font" Target="fonts/Inter-bold.fntdata"/><Relationship Id="rId110" Type="http://schemas.openxmlformats.org/officeDocument/2006/relationships/font" Target="fonts/Inter-italic.fntdata"/><Relationship Id="rId111" Type="http://schemas.openxmlformats.org/officeDocument/2006/relationships/font" Target="fonts/Inter-boldItalic.fntdata"/><Relationship Id="rId112" Type="http://schemas.openxmlformats.org/officeDocument/2006/relationships/font" Target="fonts/UrbanistSemiBold-regular.fntdata"/><Relationship Id="rId113" Type="http://schemas.openxmlformats.org/officeDocument/2006/relationships/font" Target="fonts/UrbanistSemiBold-bold.fntdata"/><Relationship Id="rId114" Type="http://schemas.openxmlformats.org/officeDocument/2006/relationships/font" Target="fonts/UrbanistSemiBold-italic.fntdata"/><Relationship Id="rId115" Type="http://schemas.openxmlformats.org/officeDocument/2006/relationships/font" Target="fonts/UrbanistSemiBold-boldItalic.fntdata"/><Relationship Id="rId116" Type="http://schemas.openxmlformats.org/officeDocument/2006/relationships/font" Target="fonts/UrbanistMedium-regular.fntdata"/><Relationship Id="rId117" Type="http://schemas.openxmlformats.org/officeDocument/2006/relationships/font" Target="fonts/UrbanistMedium-bold.fntdata"/><Relationship Id="rId118" Type="http://schemas.openxmlformats.org/officeDocument/2006/relationships/font" Target="fonts/UrbanistMedium-italic.fntdata"/><Relationship Id="rId119" Type="http://schemas.openxmlformats.org/officeDocument/2006/relationships/font" Target="fonts/UrbanistMedium-boldItalic.fntdata"/><Relationship Id="rId120" Type="http://schemas.openxmlformats.org/officeDocument/2006/relationships/font" Target="fonts/Urbanist-regular.fntdata"/><Relationship Id="rId121" Type="http://schemas.openxmlformats.org/officeDocument/2006/relationships/font" Target="fonts/Urbanist-bold.fntdata"/><Relationship Id="rId122" Type="http://schemas.openxmlformats.org/officeDocument/2006/relationships/font" Target="fonts/Urbanist-italic.fntdata"/><Relationship Id="rId123" Type="http://schemas.openxmlformats.org/officeDocument/2006/relationships/font" Target="fonts/Urbanist-boldItalic.fntdata"/><Relationship Id="rId124" Type="http://schemas.openxmlformats.org/officeDocument/2006/relationships/font" Target="fonts/UrbanistBlack-bold.fntdata"/><Relationship Id="rId125" Type="http://schemas.openxmlformats.org/officeDocument/2006/relationships/font" Target="fonts/UrbanistBlack-boldItalic.fntdata"/><Relationship Id="rId126" Type="http://schemas.openxmlformats.org/officeDocument/2006/relationships/font" Target="fonts/DMSansSemiBold-regular.fntdata"/><Relationship Id="rId127" Type="http://schemas.openxmlformats.org/officeDocument/2006/relationships/font" Target="fonts/DMSansSemiBold-bold.fntdata"/><Relationship Id="rId128" Type="http://schemas.openxmlformats.org/officeDocument/2006/relationships/font" Target="fonts/DMSansSemiBold-italic.fntdata"/><Relationship Id="rId129" Type="http://schemas.openxmlformats.org/officeDocument/2006/relationships/font" Target="fonts/DMSansSemiBold-boldItalic.fntdata"/><Relationship Id="rId130" Type="http://schemas.openxmlformats.org/officeDocument/2006/relationships/font" Target="fonts/UrbanistExtraBold-bold.fntdata"/><Relationship Id="rId131" Type="http://schemas.openxmlformats.org/officeDocument/2006/relationships/font" Target="fonts/UrbanistExtraBold-boldItalic.fntdata"/><Relationship Id="rId132" Type="http://schemas.openxmlformats.org/officeDocument/2006/relationships/font" Target="fonts/DMSans-regular.fntdata"/><Relationship Id="rId133" Type="http://schemas.openxmlformats.org/officeDocument/2006/relationships/font" Target="fonts/DMSans-bold.fntdata"/><Relationship Id="rId134" Type="http://schemas.openxmlformats.org/officeDocument/2006/relationships/font" Target="fonts/DMSans-italic.fntdata"/><Relationship Id="rId135" Type="http://schemas.openxmlformats.org/officeDocument/2006/relationships/font" Target="fonts/DMSans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[Layout choice] Used four_card: 0 discrete items, each self-contained.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[Layout choice] Used content_table: 4 columns x 4 rows — tabular data needs a table.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[Layout choice] Used roadmap: time-based plan with durations and milestones.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[Layout choice] Used kpi_dashboard: 0 metrics in a scannable grid.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[Layout choice] Used pros_cons: strengths vs risks evaluation for decision support.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[Layout choice] Used big_stat: single hero metric commands attention.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 Big numbers 3">
  <p:cSld name="CUSTOM_8_1_1_2">
    <p:bg>
      <p:bgPr>
        <a:solidFill>
          <a:schemeClr val="accent4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title"/>
          </p:nvPr>
        </p:nvSpPr>
        <p:spPr>
          <a:xfrm>
            <a:off x="317550" y="266700"/>
            <a:ext cx="8438100" cy="16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Urbanist Black"/>
              <a:buNone/>
              <a:defRPr sz="4000">
                <a:solidFill>
                  <a:srgbClr val="000000"/>
                </a:solidFill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17348750" y="1741525"/>
            <a:ext cx="3057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2" type="subTitle"/>
          </p:nvPr>
        </p:nvSpPr>
        <p:spPr>
          <a:xfrm>
            <a:off x="17348750" y="1893925"/>
            <a:ext cx="9528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3" type="title"/>
          </p:nvPr>
        </p:nvSpPr>
        <p:spPr>
          <a:xfrm>
            <a:off x="317550" y="2096650"/>
            <a:ext cx="30162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4" type="subTitle"/>
          </p:nvPr>
        </p:nvSpPr>
        <p:spPr>
          <a:xfrm>
            <a:off x="317550" y="2253151"/>
            <a:ext cx="2769000" cy="6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 Column 10">
  <p:cSld name="CUSTOM_12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idx="1" type="body"/>
          </p:nvPr>
        </p:nvSpPr>
        <p:spPr>
          <a:xfrm>
            <a:off x="323225" y="3652725"/>
            <a:ext cx="18717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323225" y="3458925"/>
            <a:ext cx="18717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2" type="title"/>
          </p:nvPr>
        </p:nvSpPr>
        <p:spPr>
          <a:xfrm>
            <a:off x="323225" y="270000"/>
            <a:ext cx="5960700" cy="11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3" type="body"/>
          </p:nvPr>
        </p:nvSpPr>
        <p:spPr>
          <a:xfrm>
            <a:off x="2529877" y="3652750"/>
            <a:ext cx="18717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4" type="title"/>
          </p:nvPr>
        </p:nvSpPr>
        <p:spPr>
          <a:xfrm>
            <a:off x="2529875" y="3458950"/>
            <a:ext cx="18774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5" type="body"/>
          </p:nvPr>
        </p:nvSpPr>
        <p:spPr>
          <a:xfrm>
            <a:off x="4736527" y="3652725"/>
            <a:ext cx="18717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6" type="title"/>
          </p:nvPr>
        </p:nvSpPr>
        <p:spPr>
          <a:xfrm>
            <a:off x="4736525" y="3458925"/>
            <a:ext cx="18717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7" type="body"/>
          </p:nvPr>
        </p:nvSpPr>
        <p:spPr>
          <a:xfrm>
            <a:off x="6943177" y="3652750"/>
            <a:ext cx="18717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8" type="title"/>
          </p:nvPr>
        </p:nvSpPr>
        <p:spPr>
          <a:xfrm>
            <a:off x="6943175" y="3458950"/>
            <a:ext cx="18717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6" name="Google Shape;26;p3"/>
          <p:cNvSpPr/>
          <p:nvPr>
            <p:ph idx="9" type="pic"/>
          </p:nvPr>
        </p:nvSpPr>
        <p:spPr>
          <a:xfrm>
            <a:off x="317550" y="1554138"/>
            <a:ext cx="1877400" cy="1767300"/>
          </a:xfrm>
          <a:prstGeom prst="roundRect">
            <a:avLst>
              <a:gd fmla="val 0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27" name="Google Shape;27;p3"/>
          <p:cNvSpPr/>
          <p:nvPr>
            <p:ph idx="13" type="pic"/>
          </p:nvPr>
        </p:nvSpPr>
        <p:spPr>
          <a:xfrm>
            <a:off x="2524200" y="1554150"/>
            <a:ext cx="1877400" cy="1767300"/>
          </a:xfrm>
          <a:prstGeom prst="roundRect">
            <a:avLst>
              <a:gd fmla="val 0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28" name="Google Shape;28;p3"/>
          <p:cNvSpPr/>
          <p:nvPr>
            <p:ph idx="14" type="pic"/>
          </p:nvPr>
        </p:nvSpPr>
        <p:spPr>
          <a:xfrm>
            <a:off x="4730850" y="1554138"/>
            <a:ext cx="1877400" cy="1767300"/>
          </a:xfrm>
          <a:prstGeom prst="roundRect">
            <a:avLst>
              <a:gd fmla="val 0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29" name="Google Shape;29;p3"/>
          <p:cNvSpPr/>
          <p:nvPr>
            <p:ph idx="15" type="pic"/>
          </p:nvPr>
        </p:nvSpPr>
        <p:spPr>
          <a:xfrm>
            <a:off x="6937500" y="1554150"/>
            <a:ext cx="1877400" cy="1767300"/>
          </a:xfrm>
          <a:prstGeom prst="roundRect">
            <a:avLst>
              <a:gd fmla="val 0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30" name="Google Shape;30;p3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31" name="Google Shape;31;p3"/>
          <p:cNvSpPr txBox="1"/>
          <p:nvPr>
            <p:ph idx="16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32" name="Google Shape;32;p3"/>
          <p:cNvSpPr txBox="1"/>
          <p:nvPr>
            <p:ph idx="17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1">
  <p:cSld name="CUSTOM_15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"/>
          <p:cNvSpPr txBox="1"/>
          <p:nvPr>
            <p:ph type="title"/>
          </p:nvPr>
        </p:nvSpPr>
        <p:spPr>
          <a:xfrm>
            <a:off x="322128" y="270000"/>
            <a:ext cx="8634900" cy="3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37" name="Google Shape;37;p4"/>
          <p:cNvSpPr txBox="1"/>
          <p:nvPr>
            <p:ph idx="1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38" name="Google Shape;38;p4"/>
          <p:cNvSpPr txBox="1"/>
          <p:nvPr>
            <p:ph idx="2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 Cover 1">
  <p:cSld name="CUSTOM_4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"/>
          <p:cNvSpPr/>
          <p:nvPr>
            <p:ph idx="2" type="pic"/>
          </p:nvPr>
        </p:nvSpPr>
        <p:spPr>
          <a:xfrm>
            <a:off x="0" y="-75"/>
            <a:ext cx="9144000" cy="5143500"/>
          </a:xfrm>
          <a:prstGeom prst="roundRect">
            <a:avLst>
              <a:gd fmla="val 0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42" name="Google Shape;42;p5"/>
          <p:cNvSpPr txBox="1"/>
          <p:nvPr>
            <p:ph type="title"/>
          </p:nvPr>
        </p:nvSpPr>
        <p:spPr>
          <a:xfrm>
            <a:off x="330000" y="270000"/>
            <a:ext cx="8562900" cy="7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Urbanist ExtraBold"/>
              <a:buNone/>
              <a:defRPr sz="2300">
                <a:solidFill>
                  <a:schemeClr val="lt1"/>
                </a:solidFill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44" name="Google Shape;44;p5"/>
          <p:cNvSpPr txBox="1"/>
          <p:nvPr>
            <p:ph idx="1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 Medium"/>
              <a:buNone/>
              <a:defRPr sz="7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00"/>
              <a:buNone/>
              <a:defRPr sz="7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00"/>
              <a:buNone/>
              <a:defRPr sz="7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00"/>
              <a:buNone/>
              <a:defRPr sz="7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00"/>
              <a:buNone/>
              <a:defRPr sz="700"/>
            </a:lvl9pPr>
          </a:lstStyle>
          <a:p/>
        </p:txBody>
      </p:sp>
      <p:sp>
        <p:nvSpPr>
          <p:cNvPr descr="Presentation title&#10;" id="45" name="Google Shape;45;p5"/>
          <p:cNvSpPr txBox="1"/>
          <p:nvPr>
            <p:ph idx="3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 Medium"/>
              <a:buNone/>
              <a:defRPr sz="7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00"/>
              <a:buNone/>
              <a:defRPr sz="7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00"/>
              <a:buNone/>
              <a:defRPr sz="7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00"/>
              <a:buNone/>
              <a:defRPr sz="7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00"/>
              <a:buNone/>
              <a:defRPr sz="7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 Cover 2">
  <p:cSld name="CUSTOM_5">
    <p:bg>
      <p:bgPr>
        <a:solidFill>
          <a:schemeClr val="accent4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&#10;" id="48" name="Google Shape;48;p6"/>
          <p:cNvSpPr txBox="1"/>
          <p:nvPr>
            <p:ph idx="1" type="subTitle"/>
          </p:nvPr>
        </p:nvSpPr>
        <p:spPr>
          <a:xfrm>
            <a:off x="1968650" y="311145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49" name="Google Shape;49;p6"/>
          <p:cNvSpPr txBox="1"/>
          <p:nvPr>
            <p:ph idx="2" type="subTitle"/>
          </p:nvPr>
        </p:nvSpPr>
        <p:spPr>
          <a:xfrm>
            <a:off x="4183825" y="311145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50" name="Google Shape;50;p6"/>
          <p:cNvSpPr txBox="1"/>
          <p:nvPr>
            <p:ph idx="12" type="sldNum"/>
          </p:nvPr>
        </p:nvSpPr>
        <p:spPr>
          <a:xfrm>
            <a:off x="8661407" y="22677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 Cover 3">
  <p:cSld name="CUSTOM_6">
    <p:bg>
      <p:bgPr>
        <a:solidFill>
          <a:schemeClr val="accent4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/>
          <p:nvPr>
            <p:ph idx="2" type="pic"/>
          </p:nvPr>
        </p:nvSpPr>
        <p:spPr>
          <a:xfrm>
            <a:off x="0" y="32924"/>
            <a:ext cx="9144000" cy="5143500"/>
          </a:xfrm>
          <a:prstGeom prst="roundRect">
            <a:avLst>
              <a:gd fmla="val 0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54" name="Google Shape;54;p7"/>
          <p:cNvSpPr txBox="1"/>
          <p:nvPr>
            <p:ph type="title"/>
          </p:nvPr>
        </p:nvSpPr>
        <p:spPr>
          <a:xfrm>
            <a:off x="330000" y="346200"/>
            <a:ext cx="4317900" cy="7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300"/>
              <a:buNone/>
              <a:defRPr b="1" sz="2300">
                <a:solidFill>
                  <a:schemeClr val="accent4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descr="&#10;" id="55" name="Google Shape;55;p7"/>
          <p:cNvSpPr txBox="1"/>
          <p:nvPr>
            <p:ph idx="1" type="subTitle"/>
          </p:nvPr>
        </p:nvSpPr>
        <p:spPr>
          <a:xfrm>
            <a:off x="1968650" y="4741772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DM Sans Medium"/>
              <a:buNone/>
              <a:defRPr sz="800">
                <a:solidFill>
                  <a:schemeClr val="accent4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descr="Presentation title&#10;" id="56" name="Google Shape;56;p7"/>
          <p:cNvSpPr txBox="1"/>
          <p:nvPr>
            <p:ph idx="3" type="subTitle"/>
          </p:nvPr>
        </p:nvSpPr>
        <p:spPr>
          <a:xfrm>
            <a:off x="4183825" y="4741772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DM Sans Medium"/>
              <a:buNone/>
              <a:defRPr sz="800">
                <a:solidFill>
                  <a:schemeClr val="accent4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57" name="Google Shape;57;p7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8" name="Google Shape;58;p7" title="arrive-symbol-off-white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941224" y="1142575"/>
            <a:ext cx="2821775" cy="2725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 Cover 4">
  <p:cSld name="CUSTOM_3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/>
          <p:nvPr>
            <p:ph idx="2" type="pic"/>
          </p:nvPr>
        </p:nvSpPr>
        <p:spPr>
          <a:xfrm>
            <a:off x="0" y="-50"/>
            <a:ext cx="9144000" cy="5143500"/>
          </a:xfrm>
          <a:prstGeom prst="roundRect">
            <a:avLst>
              <a:gd fmla="val 0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61" name="Google Shape;61;p8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62" name="Google Shape;62;p8"/>
          <p:cNvSpPr txBox="1"/>
          <p:nvPr>
            <p:ph idx="1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DM Sans Medium"/>
              <a:buNone/>
              <a:defRPr sz="800">
                <a:solidFill>
                  <a:schemeClr val="accent4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63" name="Google Shape;63;p8"/>
          <p:cNvSpPr txBox="1"/>
          <p:nvPr>
            <p:ph idx="3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800"/>
              <a:buFont typeface="DM Sans Medium"/>
              <a:buNone/>
              <a:defRPr sz="800">
                <a:solidFill>
                  <a:srgbClr val="FEFEFE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 Cover 5">
  <p:cSld name="CUSTOM_3_1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9"/>
          <p:cNvSpPr/>
          <p:nvPr>
            <p:ph idx="2" type="pic"/>
          </p:nvPr>
        </p:nvSpPr>
        <p:spPr>
          <a:xfrm>
            <a:off x="50" y="75"/>
            <a:ext cx="9144000" cy="5143500"/>
          </a:xfrm>
          <a:prstGeom prst="roundRect">
            <a:avLst>
              <a:gd fmla="val 0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67" name="Google Shape;67;p9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68" name="Google Shape;68;p9"/>
          <p:cNvSpPr txBox="1"/>
          <p:nvPr>
            <p:ph idx="1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69" name="Google Shape;69;p9"/>
          <p:cNvSpPr txBox="1"/>
          <p:nvPr>
            <p:ph idx="3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 Cover 6">
  <p:cSld name="Title Slide ">
    <p:bg>
      <p:bgPr>
        <a:solidFill>
          <a:schemeClr val="accent4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0"/>
          <p:cNvSpPr/>
          <p:nvPr>
            <p:ph idx="2" type="pic"/>
          </p:nvPr>
        </p:nvSpPr>
        <p:spPr>
          <a:xfrm>
            <a:off x="0" y="-175"/>
            <a:ext cx="9144000" cy="5143500"/>
          </a:xfrm>
          <a:prstGeom prst="roundRect">
            <a:avLst>
              <a:gd fmla="val 0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73" name="Google Shape;73;p10"/>
          <p:cNvSpPr txBox="1"/>
          <p:nvPr>
            <p:ph type="title"/>
          </p:nvPr>
        </p:nvSpPr>
        <p:spPr>
          <a:xfrm>
            <a:off x="314675" y="270838"/>
            <a:ext cx="4843200" cy="2238600"/>
          </a:xfrm>
          <a:prstGeom prst="rect">
            <a:avLst/>
          </a:prstGeom>
          <a:noFill/>
          <a:ln>
            <a:noFill/>
          </a:ln>
          <a:effectLst>
            <a:reflection blurRad="0" dir="5400000" dist="38100" endA="0" fadeDir="5400012" kx="0" rotWithShape="0" algn="bl" stA="0" stPos="0" sy="-100000" ky="0"/>
          </a:effectLst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5F016F"/>
              </a:buClr>
              <a:buSzPts val="6300"/>
              <a:buFont typeface="Urbanist ExtraBold"/>
              <a:buNone/>
              <a:defRPr sz="6300">
                <a:solidFill>
                  <a:srgbClr val="5F016F"/>
                </a:solidFill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0"/>
          <p:cNvSpPr txBox="1"/>
          <p:nvPr>
            <p:ph idx="1" type="subTitle"/>
          </p:nvPr>
        </p:nvSpPr>
        <p:spPr>
          <a:xfrm>
            <a:off x="314675" y="4363777"/>
            <a:ext cx="32730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F016F"/>
              </a:buClr>
              <a:buSzPts val="1700"/>
              <a:buNone/>
              <a:defRPr sz="1700">
                <a:solidFill>
                  <a:srgbClr val="5F016F"/>
                </a:solidFill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 Cover 7">
  <p:cSld name="CUSTOM">
    <p:bg>
      <p:bgPr>
        <a:solidFill>
          <a:srgbClr val="FFADE1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1"/>
          <p:cNvSpPr txBox="1"/>
          <p:nvPr/>
        </p:nvSpPr>
        <p:spPr>
          <a:xfrm>
            <a:off x="1812075" y="336850"/>
            <a:ext cx="6446700" cy="21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307249" y="921725"/>
            <a:ext cx="43473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F016F"/>
              </a:buClr>
              <a:buSzPts val="4000"/>
              <a:buFont typeface="Urbanist ExtraBold"/>
              <a:buNone/>
              <a:defRPr sz="4000">
                <a:solidFill>
                  <a:srgbClr val="5F016F"/>
                </a:solidFill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descr="&#10;" id="79" name="Google Shape;79;p11"/>
          <p:cNvSpPr txBox="1"/>
          <p:nvPr>
            <p:ph idx="1" type="subTitle"/>
          </p:nvPr>
        </p:nvSpPr>
        <p:spPr>
          <a:xfrm>
            <a:off x="1968650" y="311145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80" name="Google Shape;80;p11"/>
          <p:cNvSpPr txBox="1"/>
          <p:nvPr>
            <p:ph idx="2" type="subTitle"/>
          </p:nvPr>
        </p:nvSpPr>
        <p:spPr>
          <a:xfrm>
            <a:off x="4183825" y="311145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81" name="Google Shape;81;p11"/>
          <p:cNvSpPr txBox="1"/>
          <p:nvPr>
            <p:ph idx="12" type="sldNum"/>
          </p:nvPr>
        </p:nvSpPr>
        <p:spPr>
          <a:xfrm>
            <a:off x="8661407" y="22677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 Cover 8">
  <p:cSld name="CUSTOM_2">
    <p:bg>
      <p:bgPr>
        <a:solidFill>
          <a:srgbClr val="FFADE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2"/>
          <p:cNvSpPr txBox="1"/>
          <p:nvPr/>
        </p:nvSpPr>
        <p:spPr>
          <a:xfrm>
            <a:off x="1812075" y="336850"/>
            <a:ext cx="6446700" cy="21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5" name="Google Shape;85;p12"/>
          <p:cNvSpPr txBox="1"/>
          <p:nvPr>
            <p:ph type="title"/>
          </p:nvPr>
        </p:nvSpPr>
        <p:spPr>
          <a:xfrm>
            <a:off x="307250" y="1329900"/>
            <a:ext cx="8506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F016F"/>
              </a:buClr>
              <a:buSzPts val="6300"/>
              <a:buFont typeface="Urbanist ExtraBold"/>
              <a:buNone/>
              <a:defRPr sz="6300">
                <a:solidFill>
                  <a:srgbClr val="5F016F"/>
                </a:solidFill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6" name="Google Shape;86;p12"/>
          <p:cNvSpPr/>
          <p:nvPr>
            <p:ph idx="2" type="pic"/>
          </p:nvPr>
        </p:nvSpPr>
        <p:spPr>
          <a:xfrm>
            <a:off x="307254" y="2178600"/>
            <a:ext cx="8524800" cy="2605200"/>
          </a:xfrm>
          <a:prstGeom prst="roundRect">
            <a:avLst>
              <a:gd fmla="val 0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descr="&#10;" id="87" name="Google Shape;87;p12"/>
          <p:cNvSpPr txBox="1"/>
          <p:nvPr>
            <p:ph idx="1" type="subTitle"/>
          </p:nvPr>
        </p:nvSpPr>
        <p:spPr>
          <a:xfrm>
            <a:off x="1968650" y="311145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88" name="Google Shape;88;p12"/>
          <p:cNvSpPr txBox="1"/>
          <p:nvPr>
            <p:ph idx="3" type="subTitle"/>
          </p:nvPr>
        </p:nvSpPr>
        <p:spPr>
          <a:xfrm>
            <a:off x="4183825" y="311145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89" name="Google Shape;89;p12"/>
          <p:cNvSpPr txBox="1"/>
          <p:nvPr>
            <p:ph idx="12" type="sldNum"/>
          </p:nvPr>
        </p:nvSpPr>
        <p:spPr>
          <a:xfrm>
            <a:off x="8661407" y="22677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 Table of Content 1">
  <p:cSld name="CUSTOM_7">
    <p:bg>
      <p:bgPr>
        <a:solidFill>
          <a:schemeClr val="accent4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3"/>
          <p:cNvSpPr txBox="1"/>
          <p:nvPr>
            <p:ph type="title"/>
          </p:nvPr>
        </p:nvSpPr>
        <p:spPr>
          <a:xfrm>
            <a:off x="4670125" y="450987"/>
            <a:ext cx="3492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93" name="Google Shape;93;p13"/>
          <p:cNvSpPr txBox="1"/>
          <p:nvPr>
            <p:ph idx="2" type="title"/>
          </p:nvPr>
        </p:nvSpPr>
        <p:spPr>
          <a:xfrm>
            <a:off x="4670125" y="1419712"/>
            <a:ext cx="3492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94" name="Google Shape;94;p13"/>
          <p:cNvSpPr txBox="1"/>
          <p:nvPr>
            <p:ph idx="3" type="title"/>
          </p:nvPr>
        </p:nvSpPr>
        <p:spPr>
          <a:xfrm>
            <a:off x="4670125" y="2388437"/>
            <a:ext cx="3492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95" name="Google Shape;95;p13"/>
          <p:cNvSpPr txBox="1"/>
          <p:nvPr>
            <p:ph idx="4" type="title"/>
          </p:nvPr>
        </p:nvSpPr>
        <p:spPr>
          <a:xfrm>
            <a:off x="4670125" y="3357162"/>
            <a:ext cx="3492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96" name="Google Shape;96;p13"/>
          <p:cNvSpPr txBox="1"/>
          <p:nvPr>
            <p:ph idx="1" type="body"/>
          </p:nvPr>
        </p:nvSpPr>
        <p:spPr>
          <a:xfrm>
            <a:off x="6840000" y="775450"/>
            <a:ext cx="1912200" cy="4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97" name="Google Shape;97;p13"/>
          <p:cNvSpPr txBox="1"/>
          <p:nvPr>
            <p:ph idx="5" type="body"/>
          </p:nvPr>
        </p:nvSpPr>
        <p:spPr>
          <a:xfrm>
            <a:off x="6840000" y="1748684"/>
            <a:ext cx="1912200" cy="4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98" name="Google Shape;98;p13"/>
          <p:cNvSpPr txBox="1"/>
          <p:nvPr>
            <p:ph idx="6" type="body"/>
          </p:nvPr>
        </p:nvSpPr>
        <p:spPr>
          <a:xfrm>
            <a:off x="6840000" y="2721905"/>
            <a:ext cx="1912200" cy="4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99" name="Google Shape;99;p13"/>
          <p:cNvSpPr txBox="1"/>
          <p:nvPr>
            <p:ph idx="7" type="body"/>
          </p:nvPr>
        </p:nvSpPr>
        <p:spPr>
          <a:xfrm>
            <a:off x="6840000" y="3691777"/>
            <a:ext cx="1912200" cy="4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100" name="Google Shape;100;p13"/>
          <p:cNvSpPr/>
          <p:nvPr>
            <p:ph idx="8" type="pic"/>
          </p:nvPr>
        </p:nvSpPr>
        <p:spPr>
          <a:xfrm>
            <a:off x="307254" y="361000"/>
            <a:ext cx="3605100" cy="3779100"/>
          </a:xfrm>
          <a:prstGeom prst="roundRect">
            <a:avLst>
              <a:gd fmla="val 0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101" name="Google Shape;101;p13"/>
          <p:cNvSpPr txBox="1"/>
          <p:nvPr>
            <p:ph idx="9" type="title"/>
          </p:nvPr>
        </p:nvSpPr>
        <p:spPr>
          <a:xfrm>
            <a:off x="6840000" y="450987"/>
            <a:ext cx="2194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02" name="Google Shape;102;p13"/>
          <p:cNvSpPr txBox="1"/>
          <p:nvPr>
            <p:ph idx="13" type="title"/>
          </p:nvPr>
        </p:nvSpPr>
        <p:spPr>
          <a:xfrm>
            <a:off x="6840000" y="1419700"/>
            <a:ext cx="2194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03" name="Google Shape;103;p13"/>
          <p:cNvSpPr txBox="1"/>
          <p:nvPr>
            <p:ph idx="14" type="title"/>
          </p:nvPr>
        </p:nvSpPr>
        <p:spPr>
          <a:xfrm>
            <a:off x="6840000" y="2391787"/>
            <a:ext cx="2194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04" name="Google Shape;104;p13"/>
          <p:cNvSpPr txBox="1"/>
          <p:nvPr>
            <p:ph idx="15" type="title"/>
          </p:nvPr>
        </p:nvSpPr>
        <p:spPr>
          <a:xfrm>
            <a:off x="6840000" y="3363866"/>
            <a:ext cx="2194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05" name="Google Shape;105;p13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106" name="Google Shape;106;p13"/>
          <p:cNvSpPr txBox="1"/>
          <p:nvPr>
            <p:ph idx="16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107" name="Google Shape;107;p13"/>
          <p:cNvSpPr txBox="1"/>
          <p:nvPr>
            <p:ph idx="17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 Table of Content 2">
  <p:cSld name="CUSTOM_7_2">
    <p:bg>
      <p:bgPr>
        <a:solidFill>
          <a:schemeClr val="accent4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4"/>
          <p:cNvSpPr txBox="1"/>
          <p:nvPr>
            <p:ph type="title"/>
          </p:nvPr>
        </p:nvSpPr>
        <p:spPr>
          <a:xfrm>
            <a:off x="6806888" y="452775"/>
            <a:ext cx="2194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11" name="Google Shape;111;p14"/>
          <p:cNvSpPr txBox="1"/>
          <p:nvPr>
            <p:ph idx="2" type="title"/>
          </p:nvPr>
        </p:nvSpPr>
        <p:spPr>
          <a:xfrm>
            <a:off x="4621338" y="452775"/>
            <a:ext cx="3492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12" name="Google Shape;112;p14"/>
          <p:cNvSpPr txBox="1"/>
          <p:nvPr>
            <p:ph idx="3" type="title"/>
          </p:nvPr>
        </p:nvSpPr>
        <p:spPr>
          <a:xfrm>
            <a:off x="6806888" y="980725"/>
            <a:ext cx="2194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13" name="Google Shape;113;p14"/>
          <p:cNvSpPr txBox="1"/>
          <p:nvPr>
            <p:ph idx="4" type="title"/>
          </p:nvPr>
        </p:nvSpPr>
        <p:spPr>
          <a:xfrm>
            <a:off x="4621338" y="980725"/>
            <a:ext cx="3492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14" name="Google Shape;114;p14"/>
          <p:cNvSpPr txBox="1"/>
          <p:nvPr>
            <p:ph idx="5" type="title"/>
          </p:nvPr>
        </p:nvSpPr>
        <p:spPr>
          <a:xfrm>
            <a:off x="6806888" y="1508675"/>
            <a:ext cx="2194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15" name="Google Shape;115;p14"/>
          <p:cNvSpPr txBox="1"/>
          <p:nvPr>
            <p:ph idx="6" type="title"/>
          </p:nvPr>
        </p:nvSpPr>
        <p:spPr>
          <a:xfrm>
            <a:off x="4621338" y="1508675"/>
            <a:ext cx="3492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16" name="Google Shape;116;p14"/>
          <p:cNvSpPr txBox="1"/>
          <p:nvPr>
            <p:ph idx="7" type="title"/>
          </p:nvPr>
        </p:nvSpPr>
        <p:spPr>
          <a:xfrm>
            <a:off x="6806888" y="2036625"/>
            <a:ext cx="2194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17" name="Google Shape;117;p14"/>
          <p:cNvSpPr txBox="1"/>
          <p:nvPr>
            <p:ph idx="8" type="title"/>
          </p:nvPr>
        </p:nvSpPr>
        <p:spPr>
          <a:xfrm>
            <a:off x="4621338" y="2036625"/>
            <a:ext cx="3492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18" name="Google Shape;118;p14"/>
          <p:cNvSpPr txBox="1"/>
          <p:nvPr>
            <p:ph idx="9" type="title"/>
          </p:nvPr>
        </p:nvSpPr>
        <p:spPr>
          <a:xfrm>
            <a:off x="6806888" y="2564575"/>
            <a:ext cx="2194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19" name="Google Shape;119;p14"/>
          <p:cNvSpPr txBox="1"/>
          <p:nvPr>
            <p:ph idx="13" type="title"/>
          </p:nvPr>
        </p:nvSpPr>
        <p:spPr>
          <a:xfrm>
            <a:off x="4621338" y="2564575"/>
            <a:ext cx="3492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20" name="Google Shape;120;p14"/>
          <p:cNvSpPr txBox="1"/>
          <p:nvPr>
            <p:ph idx="14" type="title"/>
          </p:nvPr>
        </p:nvSpPr>
        <p:spPr>
          <a:xfrm>
            <a:off x="6806888" y="3092525"/>
            <a:ext cx="2194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21" name="Google Shape;121;p14"/>
          <p:cNvSpPr txBox="1"/>
          <p:nvPr>
            <p:ph idx="15" type="title"/>
          </p:nvPr>
        </p:nvSpPr>
        <p:spPr>
          <a:xfrm>
            <a:off x="4621338" y="3092525"/>
            <a:ext cx="3492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22" name="Google Shape;122;p14"/>
          <p:cNvSpPr txBox="1"/>
          <p:nvPr>
            <p:ph idx="16" type="title"/>
          </p:nvPr>
        </p:nvSpPr>
        <p:spPr>
          <a:xfrm>
            <a:off x="6806888" y="3620475"/>
            <a:ext cx="2194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23" name="Google Shape;123;p14"/>
          <p:cNvSpPr txBox="1"/>
          <p:nvPr>
            <p:ph idx="17" type="title"/>
          </p:nvPr>
        </p:nvSpPr>
        <p:spPr>
          <a:xfrm>
            <a:off x="4621338" y="3620475"/>
            <a:ext cx="3492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24" name="Google Shape;124;p14"/>
          <p:cNvSpPr/>
          <p:nvPr>
            <p:ph idx="18" type="pic"/>
          </p:nvPr>
        </p:nvSpPr>
        <p:spPr>
          <a:xfrm>
            <a:off x="307254" y="361000"/>
            <a:ext cx="3605100" cy="3596100"/>
          </a:xfrm>
          <a:prstGeom prst="roundRect">
            <a:avLst>
              <a:gd fmla="val 0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125" name="Google Shape;125;p14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126" name="Google Shape;126;p14"/>
          <p:cNvSpPr txBox="1"/>
          <p:nvPr>
            <p:ph idx="1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127" name="Google Shape;127;p14"/>
          <p:cNvSpPr txBox="1"/>
          <p:nvPr>
            <p:ph idx="19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 Table of Content 3">
  <p:cSld name="CUSTOM_7_2_1">
    <p:bg>
      <p:bgPr>
        <a:solidFill>
          <a:schemeClr val="accent1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5"/>
          <p:cNvSpPr txBox="1"/>
          <p:nvPr>
            <p:ph type="title"/>
          </p:nvPr>
        </p:nvSpPr>
        <p:spPr>
          <a:xfrm>
            <a:off x="6382800" y="295500"/>
            <a:ext cx="2194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31" name="Google Shape;131;p15"/>
          <p:cNvSpPr txBox="1"/>
          <p:nvPr>
            <p:ph idx="2" type="title"/>
          </p:nvPr>
        </p:nvSpPr>
        <p:spPr>
          <a:xfrm>
            <a:off x="5751879" y="295500"/>
            <a:ext cx="4137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32" name="Google Shape;132;p15"/>
          <p:cNvSpPr txBox="1"/>
          <p:nvPr>
            <p:ph idx="3" type="title"/>
          </p:nvPr>
        </p:nvSpPr>
        <p:spPr>
          <a:xfrm>
            <a:off x="291775" y="295500"/>
            <a:ext cx="21168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33" name="Google Shape;133;p15"/>
          <p:cNvSpPr txBox="1"/>
          <p:nvPr>
            <p:ph idx="4" type="title"/>
          </p:nvPr>
        </p:nvSpPr>
        <p:spPr>
          <a:xfrm>
            <a:off x="5751879" y="651600"/>
            <a:ext cx="4137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34" name="Google Shape;134;p15"/>
          <p:cNvSpPr txBox="1"/>
          <p:nvPr>
            <p:ph idx="5" type="title"/>
          </p:nvPr>
        </p:nvSpPr>
        <p:spPr>
          <a:xfrm>
            <a:off x="6382800" y="651600"/>
            <a:ext cx="2194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35" name="Google Shape;135;p15"/>
          <p:cNvSpPr txBox="1"/>
          <p:nvPr>
            <p:ph idx="6" type="title"/>
          </p:nvPr>
        </p:nvSpPr>
        <p:spPr>
          <a:xfrm>
            <a:off x="5751879" y="1007700"/>
            <a:ext cx="4137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36" name="Google Shape;136;p15"/>
          <p:cNvSpPr txBox="1"/>
          <p:nvPr>
            <p:ph idx="7" type="title"/>
          </p:nvPr>
        </p:nvSpPr>
        <p:spPr>
          <a:xfrm>
            <a:off x="6382800" y="1007700"/>
            <a:ext cx="2194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37" name="Google Shape;137;p15"/>
          <p:cNvSpPr txBox="1"/>
          <p:nvPr>
            <p:ph idx="8" type="title"/>
          </p:nvPr>
        </p:nvSpPr>
        <p:spPr>
          <a:xfrm>
            <a:off x="5751879" y="1363800"/>
            <a:ext cx="4137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38" name="Google Shape;138;p15"/>
          <p:cNvSpPr txBox="1"/>
          <p:nvPr>
            <p:ph idx="9" type="title"/>
          </p:nvPr>
        </p:nvSpPr>
        <p:spPr>
          <a:xfrm>
            <a:off x="6382800" y="1363800"/>
            <a:ext cx="2194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39" name="Google Shape;139;p15"/>
          <p:cNvSpPr txBox="1"/>
          <p:nvPr>
            <p:ph idx="13" type="title"/>
          </p:nvPr>
        </p:nvSpPr>
        <p:spPr>
          <a:xfrm>
            <a:off x="5751879" y="1719900"/>
            <a:ext cx="4137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40" name="Google Shape;140;p15"/>
          <p:cNvSpPr txBox="1"/>
          <p:nvPr>
            <p:ph idx="14" type="title"/>
          </p:nvPr>
        </p:nvSpPr>
        <p:spPr>
          <a:xfrm>
            <a:off x="6382800" y="1719900"/>
            <a:ext cx="2194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41" name="Google Shape;141;p15"/>
          <p:cNvSpPr txBox="1"/>
          <p:nvPr>
            <p:ph idx="15" type="title"/>
          </p:nvPr>
        </p:nvSpPr>
        <p:spPr>
          <a:xfrm>
            <a:off x="5751879" y="2076000"/>
            <a:ext cx="4137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42" name="Google Shape;142;p15"/>
          <p:cNvSpPr txBox="1"/>
          <p:nvPr>
            <p:ph idx="16" type="title"/>
          </p:nvPr>
        </p:nvSpPr>
        <p:spPr>
          <a:xfrm>
            <a:off x="6382800" y="2076000"/>
            <a:ext cx="2194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43" name="Google Shape;143;p15"/>
          <p:cNvSpPr txBox="1"/>
          <p:nvPr>
            <p:ph idx="17" type="title"/>
          </p:nvPr>
        </p:nvSpPr>
        <p:spPr>
          <a:xfrm>
            <a:off x="5751879" y="2432100"/>
            <a:ext cx="4137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44" name="Google Shape;144;p15"/>
          <p:cNvSpPr txBox="1"/>
          <p:nvPr>
            <p:ph idx="18" type="title"/>
          </p:nvPr>
        </p:nvSpPr>
        <p:spPr>
          <a:xfrm>
            <a:off x="6382800" y="2432100"/>
            <a:ext cx="2194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45" name="Google Shape;145;p15"/>
          <p:cNvSpPr txBox="1"/>
          <p:nvPr>
            <p:ph idx="19" type="title"/>
          </p:nvPr>
        </p:nvSpPr>
        <p:spPr>
          <a:xfrm>
            <a:off x="5751879" y="2788200"/>
            <a:ext cx="4137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46" name="Google Shape;146;p15"/>
          <p:cNvSpPr txBox="1"/>
          <p:nvPr>
            <p:ph idx="20" type="title"/>
          </p:nvPr>
        </p:nvSpPr>
        <p:spPr>
          <a:xfrm>
            <a:off x="6382800" y="2788200"/>
            <a:ext cx="2194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47" name="Google Shape;147;p15"/>
          <p:cNvSpPr txBox="1"/>
          <p:nvPr>
            <p:ph idx="21" type="title"/>
          </p:nvPr>
        </p:nvSpPr>
        <p:spPr>
          <a:xfrm>
            <a:off x="5751879" y="3144300"/>
            <a:ext cx="4137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48" name="Google Shape;148;p15"/>
          <p:cNvSpPr txBox="1"/>
          <p:nvPr>
            <p:ph idx="22" type="title"/>
          </p:nvPr>
        </p:nvSpPr>
        <p:spPr>
          <a:xfrm>
            <a:off x="6382800" y="3144300"/>
            <a:ext cx="2194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49" name="Google Shape;149;p15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150" name="Google Shape;150;p15"/>
          <p:cNvSpPr txBox="1"/>
          <p:nvPr>
            <p:ph idx="1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151" name="Google Shape;151;p15"/>
          <p:cNvSpPr txBox="1"/>
          <p:nvPr>
            <p:ph idx="23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 Chapter Divider 1">
  <p:cSld name="Start">
    <p:bg>
      <p:bgPr>
        <a:solidFill>
          <a:schemeClr val="lt1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6"/>
          <p:cNvSpPr/>
          <p:nvPr>
            <p:ph idx="2" type="pic"/>
          </p:nvPr>
        </p:nvSpPr>
        <p:spPr>
          <a:xfrm>
            <a:off x="125" y="50"/>
            <a:ext cx="9144000" cy="5143500"/>
          </a:xfrm>
          <a:prstGeom prst="roundRect">
            <a:avLst>
              <a:gd fmla="val 0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155" name="Google Shape;155;p16"/>
          <p:cNvSpPr txBox="1"/>
          <p:nvPr/>
        </p:nvSpPr>
        <p:spPr>
          <a:xfrm>
            <a:off x="770100" y="364775"/>
            <a:ext cx="7559400" cy="12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t/>
            </a:r>
            <a:endParaRPr b="0" i="0" sz="31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6" name="Google Shape;156;p16"/>
          <p:cNvSpPr txBox="1"/>
          <p:nvPr>
            <p:ph type="title"/>
          </p:nvPr>
        </p:nvSpPr>
        <p:spPr>
          <a:xfrm>
            <a:off x="1888663" y="263850"/>
            <a:ext cx="6161100" cy="17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300"/>
              <a:buNone/>
              <a:defRPr sz="6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7" name="Google Shape;157;p16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158" name="Google Shape;158;p16"/>
          <p:cNvSpPr txBox="1"/>
          <p:nvPr>
            <p:ph idx="1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159" name="Google Shape;159;p16"/>
          <p:cNvSpPr txBox="1"/>
          <p:nvPr>
            <p:ph idx="3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 Chapter Divider 2">
  <p:cSld name="Start_1">
    <p:bg>
      <p:bgPr>
        <a:solidFill>
          <a:schemeClr val="accent1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7"/>
          <p:cNvSpPr txBox="1"/>
          <p:nvPr/>
        </p:nvSpPr>
        <p:spPr>
          <a:xfrm>
            <a:off x="770100" y="364775"/>
            <a:ext cx="7559400" cy="12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t/>
            </a:r>
            <a:endParaRPr b="0" i="0" sz="31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63" name="Google Shape;163;p17"/>
          <p:cNvSpPr txBox="1"/>
          <p:nvPr>
            <p:ph type="title"/>
          </p:nvPr>
        </p:nvSpPr>
        <p:spPr>
          <a:xfrm>
            <a:off x="1892450" y="261302"/>
            <a:ext cx="6749400" cy="17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300"/>
              <a:buNone/>
              <a:defRPr sz="6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4" name="Google Shape;164;p17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165" name="Google Shape;165;p17"/>
          <p:cNvSpPr txBox="1"/>
          <p:nvPr>
            <p:ph idx="1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166" name="Google Shape;166;p17"/>
          <p:cNvSpPr txBox="1"/>
          <p:nvPr>
            <p:ph idx="2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 Chapter Divider 3">
  <p:cSld name="Start 3">
    <p:bg>
      <p:bgPr>
        <a:solidFill>
          <a:schemeClr val="lt2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8"/>
          <p:cNvSpPr txBox="1"/>
          <p:nvPr>
            <p:ph type="title"/>
          </p:nvPr>
        </p:nvSpPr>
        <p:spPr>
          <a:xfrm>
            <a:off x="307250" y="1521650"/>
            <a:ext cx="5515500" cy="6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170" name="Google Shape;170;p18"/>
          <p:cNvSpPr txBox="1"/>
          <p:nvPr>
            <p:ph idx="2" type="title"/>
          </p:nvPr>
        </p:nvSpPr>
        <p:spPr>
          <a:xfrm>
            <a:off x="5935408" y="-382350"/>
            <a:ext cx="41466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71" name="Google Shape;171;p18"/>
          <p:cNvSpPr txBox="1"/>
          <p:nvPr>
            <p:ph idx="3" type="title"/>
          </p:nvPr>
        </p:nvSpPr>
        <p:spPr>
          <a:xfrm>
            <a:off x="5935408" y="91880"/>
            <a:ext cx="41466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72" name="Google Shape;172;p18"/>
          <p:cNvSpPr txBox="1"/>
          <p:nvPr>
            <p:ph idx="4" type="title"/>
          </p:nvPr>
        </p:nvSpPr>
        <p:spPr>
          <a:xfrm>
            <a:off x="5935408" y="561397"/>
            <a:ext cx="41466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73" name="Google Shape;173;p18"/>
          <p:cNvSpPr txBox="1"/>
          <p:nvPr>
            <p:ph idx="5" type="title"/>
          </p:nvPr>
        </p:nvSpPr>
        <p:spPr>
          <a:xfrm>
            <a:off x="5935408" y="1035627"/>
            <a:ext cx="41466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74" name="Google Shape;174;p18"/>
          <p:cNvSpPr txBox="1"/>
          <p:nvPr>
            <p:ph idx="6" type="title"/>
          </p:nvPr>
        </p:nvSpPr>
        <p:spPr>
          <a:xfrm>
            <a:off x="5935408" y="1509851"/>
            <a:ext cx="41466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75" name="Google Shape;175;p18"/>
          <p:cNvSpPr txBox="1"/>
          <p:nvPr>
            <p:ph idx="7" type="title"/>
          </p:nvPr>
        </p:nvSpPr>
        <p:spPr>
          <a:xfrm>
            <a:off x="5935408" y="1984075"/>
            <a:ext cx="41466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76" name="Google Shape;176;p18"/>
          <p:cNvSpPr txBox="1"/>
          <p:nvPr>
            <p:ph idx="8" type="title"/>
          </p:nvPr>
        </p:nvSpPr>
        <p:spPr>
          <a:xfrm>
            <a:off x="5935408" y="2458299"/>
            <a:ext cx="41466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77" name="Google Shape;177;p18"/>
          <p:cNvSpPr txBox="1"/>
          <p:nvPr>
            <p:ph idx="9" type="title"/>
          </p:nvPr>
        </p:nvSpPr>
        <p:spPr>
          <a:xfrm>
            <a:off x="5935408" y="2932522"/>
            <a:ext cx="41466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78" name="Google Shape;178;p18"/>
          <p:cNvSpPr txBox="1"/>
          <p:nvPr>
            <p:ph idx="13" type="title"/>
          </p:nvPr>
        </p:nvSpPr>
        <p:spPr>
          <a:xfrm>
            <a:off x="5935408" y="3406746"/>
            <a:ext cx="41466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79" name="Google Shape;179;p18"/>
          <p:cNvSpPr txBox="1"/>
          <p:nvPr>
            <p:ph idx="14" type="title"/>
          </p:nvPr>
        </p:nvSpPr>
        <p:spPr>
          <a:xfrm>
            <a:off x="5935408" y="3880970"/>
            <a:ext cx="41466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80" name="Google Shape;180;p18"/>
          <p:cNvSpPr txBox="1"/>
          <p:nvPr>
            <p:ph idx="15" type="title"/>
          </p:nvPr>
        </p:nvSpPr>
        <p:spPr>
          <a:xfrm>
            <a:off x="5935408" y="4344182"/>
            <a:ext cx="41466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81" name="Google Shape;181;p18"/>
          <p:cNvSpPr txBox="1"/>
          <p:nvPr>
            <p:ph idx="16" type="title"/>
          </p:nvPr>
        </p:nvSpPr>
        <p:spPr>
          <a:xfrm>
            <a:off x="5935408" y="4813150"/>
            <a:ext cx="41466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82" name="Google Shape;182;p18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183" name="Google Shape;183;p18"/>
          <p:cNvSpPr txBox="1"/>
          <p:nvPr>
            <p:ph idx="1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184" name="Google Shape;184;p18"/>
          <p:cNvSpPr txBox="1"/>
          <p:nvPr>
            <p:ph idx="17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 Big numbers 1">
  <p:cSld name="CUSTOM_8_1">
    <p:bg>
      <p:bgPr>
        <a:solidFill>
          <a:schemeClr val="accent4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9"/>
          <p:cNvSpPr txBox="1"/>
          <p:nvPr>
            <p:ph type="title"/>
          </p:nvPr>
        </p:nvSpPr>
        <p:spPr>
          <a:xfrm>
            <a:off x="303990" y="761723"/>
            <a:ext cx="8341500" cy="36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0"/>
              <a:buFont typeface="Urbanist Black"/>
              <a:buNone/>
              <a:defRPr sz="33000"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8" name="Google Shape;188;p19"/>
          <p:cNvSpPr txBox="1"/>
          <p:nvPr>
            <p:ph idx="1" type="subTitle"/>
          </p:nvPr>
        </p:nvSpPr>
        <p:spPr>
          <a:xfrm>
            <a:off x="305382" y="373525"/>
            <a:ext cx="2708100" cy="3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" name="Google Shape;189;p19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190" name="Google Shape;190;p19"/>
          <p:cNvSpPr txBox="1"/>
          <p:nvPr>
            <p:ph idx="2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191" name="Google Shape;191;p19"/>
          <p:cNvSpPr txBox="1"/>
          <p:nvPr>
            <p:ph idx="3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 Big numbers 2">
  <p:cSld name="CUSTOM_8_1_1">
    <p:bg>
      <p:bgPr>
        <a:solidFill>
          <a:schemeClr val="accent4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0"/>
          <p:cNvSpPr txBox="1"/>
          <p:nvPr>
            <p:ph idx="1" type="subTitle"/>
          </p:nvPr>
        </p:nvSpPr>
        <p:spPr>
          <a:xfrm>
            <a:off x="3883275" y="270559"/>
            <a:ext cx="3673500" cy="3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 sz="1500">
                <a:solidFill>
                  <a:srgbClr val="000000"/>
                </a:solidFill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20"/>
          <p:cNvSpPr txBox="1"/>
          <p:nvPr>
            <p:ph type="title"/>
          </p:nvPr>
        </p:nvSpPr>
        <p:spPr>
          <a:xfrm>
            <a:off x="291775" y="266216"/>
            <a:ext cx="32742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0"/>
              <a:buFont typeface="Urbanist Black"/>
              <a:buNone/>
              <a:defRPr sz="9000">
                <a:solidFill>
                  <a:srgbClr val="000000"/>
                </a:solidFill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6" name="Google Shape;196;p20"/>
          <p:cNvSpPr txBox="1"/>
          <p:nvPr>
            <p:ph idx="2" type="title"/>
          </p:nvPr>
        </p:nvSpPr>
        <p:spPr>
          <a:xfrm>
            <a:off x="7960300" y="1558225"/>
            <a:ext cx="5715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7" name="Google Shape;197;p20"/>
          <p:cNvSpPr txBox="1"/>
          <p:nvPr>
            <p:ph idx="3" type="subTitle"/>
          </p:nvPr>
        </p:nvSpPr>
        <p:spPr>
          <a:xfrm>
            <a:off x="17348750" y="1741525"/>
            <a:ext cx="3057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p20"/>
          <p:cNvSpPr txBox="1"/>
          <p:nvPr>
            <p:ph idx="4" type="subTitle"/>
          </p:nvPr>
        </p:nvSpPr>
        <p:spPr>
          <a:xfrm>
            <a:off x="17348750" y="1893925"/>
            <a:ext cx="9528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9" name="Google Shape;199;p20"/>
          <p:cNvSpPr txBox="1"/>
          <p:nvPr>
            <p:ph idx="5" type="subTitle"/>
          </p:nvPr>
        </p:nvSpPr>
        <p:spPr>
          <a:xfrm>
            <a:off x="7960300" y="1772425"/>
            <a:ext cx="3057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00" name="Google Shape;200;p20"/>
          <p:cNvSpPr txBox="1"/>
          <p:nvPr>
            <p:ph idx="6" type="subTitle"/>
          </p:nvPr>
        </p:nvSpPr>
        <p:spPr>
          <a:xfrm>
            <a:off x="7960300" y="1924825"/>
            <a:ext cx="9528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01" name="Google Shape;201;p20"/>
          <p:cNvSpPr txBox="1"/>
          <p:nvPr>
            <p:ph idx="7" type="title"/>
          </p:nvPr>
        </p:nvSpPr>
        <p:spPr>
          <a:xfrm>
            <a:off x="7189775" y="2416125"/>
            <a:ext cx="5715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2" name="Google Shape;202;p20"/>
          <p:cNvSpPr txBox="1"/>
          <p:nvPr>
            <p:ph idx="8" type="subTitle"/>
          </p:nvPr>
        </p:nvSpPr>
        <p:spPr>
          <a:xfrm>
            <a:off x="7189775" y="2630325"/>
            <a:ext cx="3057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03" name="Google Shape;203;p20"/>
          <p:cNvSpPr txBox="1"/>
          <p:nvPr>
            <p:ph idx="9" type="subTitle"/>
          </p:nvPr>
        </p:nvSpPr>
        <p:spPr>
          <a:xfrm>
            <a:off x="7189775" y="2782725"/>
            <a:ext cx="9528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04" name="Google Shape;204;p20"/>
          <p:cNvSpPr txBox="1"/>
          <p:nvPr>
            <p:ph idx="13" type="title"/>
          </p:nvPr>
        </p:nvSpPr>
        <p:spPr>
          <a:xfrm>
            <a:off x="6604200" y="3278775"/>
            <a:ext cx="5715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05" name="Google Shape;205;p20"/>
          <p:cNvSpPr txBox="1"/>
          <p:nvPr>
            <p:ph idx="14" type="subTitle"/>
          </p:nvPr>
        </p:nvSpPr>
        <p:spPr>
          <a:xfrm>
            <a:off x="6604200" y="3492975"/>
            <a:ext cx="3057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2pPr>
            <a:lvl3pPr lvl="2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3pPr>
            <a:lvl4pPr lvl="3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None/>
              <a:defRPr sz="900"/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206" name="Google Shape;206;p20"/>
          <p:cNvSpPr txBox="1"/>
          <p:nvPr>
            <p:ph idx="15" type="subTitle"/>
          </p:nvPr>
        </p:nvSpPr>
        <p:spPr>
          <a:xfrm>
            <a:off x="6604200" y="3645375"/>
            <a:ext cx="9528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07" name="Google Shape;207;p20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208" name="Google Shape;208;p20"/>
          <p:cNvSpPr txBox="1"/>
          <p:nvPr>
            <p:ph idx="16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209" name="Google Shape;209;p20"/>
          <p:cNvSpPr txBox="1"/>
          <p:nvPr>
            <p:ph idx="17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 Column 11">
  <p:cSld name="CUSTOM_12_1_1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1"/>
          <p:cNvSpPr txBox="1"/>
          <p:nvPr>
            <p:ph idx="1" type="body"/>
          </p:nvPr>
        </p:nvSpPr>
        <p:spPr>
          <a:xfrm>
            <a:off x="319033" y="3857529"/>
            <a:ext cx="26682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Char char="•"/>
              <a:defRPr sz="1000">
                <a:solidFill>
                  <a:srgbClr val="000000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>
                <a:solidFill>
                  <a:srgbClr val="000000"/>
                </a:solidFill>
              </a:defRPr>
            </a:lvl2pPr>
            <a:lvl3pPr indent="-3048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>
                <a:solidFill>
                  <a:srgbClr val="000000"/>
                </a:solidFill>
              </a:defRPr>
            </a:lvl3pPr>
            <a:lvl4pPr indent="-2984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100"/>
              <a:buChar char="•"/>
              <a:defRPr>
                <a:solidFill>
                  <a:srgbClr val="000000"/>
                </a:solidFill>
              </a:defRPr>
            </a:lvl4pPr>
            <a:lvl5pPr indent="-2984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100"/>
              <a:buChar char="•"/>
              <a:defRPr>
                <a:solidFill>
                  <a:srgbClr val="000000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>
                <a:solidFill>
                  <a:srgbClr val="000000"/>
                </a:solidFill>
              </a:defRPr>
            </a:lvl6pPr>
            <a:lvl7pPr indent="-3175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>
                <a:solidFill>
                  <a:srgbClr val="000000"/>
                </a:solidFill>
              </a:defRPr>
            </a:lvl7pPr>
            <a:lvl8pPr indent="-3175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>
                <a:solidFill>
                  <a:srgbClr val="000000"/>
                </a:solidFill>
              </a:defRPr>
            </a:lvl8pPr>
            <a:lvl9pPr indent="-317500" lvl="8" marL="4114800" algn="l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  <a:buClr>
                <a:srgbClr val="000000"/>
              </a:buClr>
              <a:buSzPts val="1400"/>
              <a:buChar char="•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213" name="Google Shape;213;p21"/>
          <p:cNvSpPr txBox="1"/>
          <p:nvPr>
            <p:ph type="title"/>
          </p:nvPr>
        </p:nvSpPr>
        <p:spPr>
          <a:xfrm>
            <a:off x="319033" y="3693356"/>
            <a:ext cx="26775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4" name="Google Shape;214;p21"/>
          <p:cNvSpPr/>
          <p:nvPr>
            <p:ph idx="2" type="pic"/>
          </p:nvPr>
        </p:nvSpPr>
        <p:spPr>
          <a:xfrm>
            <a:off x="319025" y="756791"/>
            <a:ext cx="2677500" cy="2788800"/>
          </a:xfrm>
          <a:prstGeom prst="roundRect">
            <a:avLst>
              <a:gd fmla="val 0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215" name="Google Shape;215;p21"/>
          <p:cNvSpPr/>
          <p:nvPr>
            <p:ph idx="3" type="pic"/>
          </p:nvPr>
        </p:nvSpPr>
        <p:spPr>
          <a:xfrm>
            <a:off x="3233250" y="756791"/>
            <a:ext cx="2677500" cy="2788800"/>
          </a:xfrm>
          <a:prstGeom prst="roundRect">
            <a:avLst>
              <a:gd fmla="val 0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216" name="Google Shape;216;p21"/>
          <p:cNvSpPr/>
          <p:nvPr>
            <p:ph idx="4" type="pic"/>
          </p:nvPr>
        </p:nvSpPr>
        <p:spPr>
          <a:xfrm>
            <a:off x="6147475" y="756791"/>
            <a:ext cx="2677500" cy="2788800"/>
          </a:xfrm>
          <a:prstGeom prst="roundRect">
            <a:avLst>
              <a:gd fmla="val 0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217" name="Google Shape;217;p21"/>
          <p:cNvSpPr txBox="1"/>
          <p:nvPr>
            <p:ph idx="5" type="body"/>
          </p:nvPr>
        </p:nvSpPr>
        <p:spPr>
          <a:xfrm>
            <a:off x="3233250" y="3855929"/>
            <a:ext cx="26682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Char char="•"/>
              <a:defRPr sz="1000">
                <a:solidFill>
                  <a:srgbClr val="000000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>
                <a:solidFill>
                  <a:srgbClr val="000000"/>
                </a:solidFill>
              </a:defRPr>
            </a:lvl2pPr>
            <a:lvl3pPr indent="-3048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>
                <a:solidFill>
                  <a:srgbClr val="000000"/>
                </a:solidFill>
              </a:defRPr>
            </a:lvl3pPr>
            <a:lvl4pPr indent="-2984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100"/>
              <a:buChar char="•"/>
              <a:defRPr>
                <a:solidFill>
                  <a:srgbClr val="000000"/>
                </a:solidFill>
              </a:defRPr>
            </a:lvl4pPr>
            <a:lvl5pPr indent="-2984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100"/>
              <a:buChar char="•"/>
              <a:defRPr>
                <a:solidFill>
                  <a:srgbClr val="000000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>
                <a:solidFill>
                  <a:srgbClr val="000000"/>
                </a:solidFill>
              </a:defRPr>
            </a:lvl6pPr>
            <a:lvl7pPr indent="-3175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>
                <a:solidFill>
                  <a:srgbClr val="000000"/>
                </a:solidFill>
              </a:defRPr>
            </a:lvl7pPr>
            <a:lvl8pPr indent="-3175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>
                <a:solidFill>
                  <a:srgbClr val="000000"/>
                </a:solidFill>
              </a:defRPr>
            </a:lvl8pPr>
            <a:lvl9pPr indent="-317500" lvl="8" marL="4114800" algn="l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  <a:buClr>
                <a:srgbClr val="000000"/>
              </a:buClr>
              <a:buSzPts val="1400"/>
              <a:buChar char="•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218" name="Google Shape;218;p21"/>
          <p:cNvSpPr txBox="1"/>
          <p:nvPr>
            <p:ph idx="6" type="title"/>
          </p:nvPr>
        </p:nvSpPr>
        <p:spPr>
          <a:xfrm>
            <a:off x="3233250" y="3691757"/>
            <a:ext cx="26775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9" name="Google Shape;219;p21"/>
          <p:cNvSpPr txBox="1"/>
          <p:nvPr>
            <p:ph idx="7" type="body"/>
          </p:nvPr>
        </p:nvSpPr>
        <p:spPr>
          <a:xfrm>
            <a:off x="6147483" y="3855929"/>
            <a:ext cx="26682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Char char="•"/>
              <a:defRPr sz="1000">
                <a:solidFill>
                  <a:srgbClr val="000000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>
                <a:solidFill>
                  <a:srgbClr val="000000"/>
                </a:solidFill>
              </a:defRPr>
            </a:lvl2pPr>
            <a:lvl3pPr indent="-3048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>
                <a:solidFill>
                  <a:srgbClr val="000000"/>
                </a:solidFill>
              </a:defRPr>
            </a:lvl3pPr>
            <a:lvl4pPr indent="-2984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100"/>
              <a:buChar char="•"/>
              <a:defRPr>
                <a:solidFill>
                  <a:srgbClr val="000000"/>
                </a:solidFill>
              </a:defRPr>
            </a:lvl4pPr>
            <a:lvl5pPr indent="-2984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100"/>
              <a:buChar char="•"/>
              <a:defRPr>
                <a:solidFill>
                  <a:srgbClr val="000000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>
                <a:solidFill>
                  <a:srgbClr val="000000"/>
                </a:solidFill>
              </a:defRPr>
            </a:lvl6pPr>
            <a:lvl7pPr indent="-3175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>
                <a:solidFill>
                  <a:srgbClr val="000000"/>
                </a:solidFill>
              </a:defRPr>
            </a:lvl7pPr>
            <a:lvl8pPr indent="-3175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>
                <a:solidFill>
                  <a:srgbClr val="000000"/>
                </a:solidFill>
              </a:defRPr>
            </a:lvl8pPr>
            <a:lvl9pPr indent="-317500" lvl="8" marL="4114800" algn="l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  <a:buClr>
                <a:srgbClr val="000000"/>
              </a:buClr>
              <a:buSzPts val="1400"/>
              <a:buChar char="•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220" name="Google Shape;220;p21"/>
          <p:cNvSpPr txBox="1"/>
          <p:nvPr>
            <p:ph idx="8" type="title"/>
          </p:nvPr>
        </p:nvSpPr>
        <p:spPr>
          <a:xfrm>
            <a:off x="6147483" y="3691757"/>
            <a:ext cx="26682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1" name="Google Shape;221;p21"/>
          <p:cNvSpPr txBox="1"/>
          <p:nvPr>
            <p:ph idx="9" type="title"/>
          </p:nvPr>
        </p:nvSpPr>
        <p:spPr>
          <a:xfrm>
            <a:off x="319033" y="472186"/>
            <a:ext cx="2677500" cy="3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2" name="Google Shape;222;p21"/>
          <p:cNvSpPr txBox="1"/>
          <p:nvPr>
            <p:ph idx="13" type="title"/>
          </p:nvPr>
        </p:nvSpPr>
        <p:spPr>
          <a:xfrm>
            <a:off x="3233250" y="472186"/>
            <a:ext cx="2677500" cy="3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3" name="Google Shape;223;p21"/>
          <p:cNvSpPr txBox="1"/>
          <p:nvPr>
            <p:ph idx="14" type="title"/>
          </p:nvPr>
        </p:nvSpPr>
        <p:spPr>
          <a:xfrm>
            <a:off x="6147483" y="472186"/>
            <a:ext cx="2677500" cy="3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4" name="Google Shape;224;p21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225" name="Google Shape;225;p21"/>
          <p:cNvSpPr txBox="1"/>
          <p:nvPr>
            <p:ph idx="15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226" name="Google Shape;226;p21"/>
          <p:cNvSpPr txBox="1"/>
          <p:nvPr>
            <p:ph idx="16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 Column 1">
  <p:cSld name="CUSTOM_8_1_1_1">
    <p:bg>
      <p:bgPr>
        <a:solidFill>
          <a:schemeClr val="accent4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2"/>
          <p:cNvSpPr txBox="1"/>
          <p:nvPr>
            <p:ph idx="12" type="sldNum"/>
          </p:nvPr>
        </p:nvSpPr>
        <p:spPr>
          <a:xfrm>
            <a:off x="8333400" y="5107950"/>
            <a:ext cx="5487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0" name="Google Shape;230;p22"/>
          <p:cNvSpPr txBox="1"/>
          <p:nvPr>
            <p:ph idx="1" type="subTitle"/>
          </p:nvPr>
        </p:nvSpPr>
        <p:spPr>
          <a:xfrm>
            <a:off x="17348750" y="1741525"/>
            <a:ext cx="3057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1" name="Google Shape;231;p22"/>
          <p:cNvSpPr txBox="1"/>
          <p:nvPr>
            <p:ph idx="2" type="subTitle"/>
          </p:nvPr>
        </p:nvSpPr>
        <p:spPr>
          <a:xfrm>
            <a:off x="17348750" y="1893925"/>
            <a:ext cx="9528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2" name="Google Shape;232;p22"/>
          <p:cNvSpPr txBox="1"/>
          <p:nvPr>
            <p:ph type="title"/>
          </p:nvPr>
        </p:nvSpPr>
        <p:spPr>
          <a:xfrm>
            <a:off x="317550" y="280950"/>
            <a:ext cx="3219600" cy="24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300"/>
              <a:buNone/>
              <a:defRPr sz="6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3" name="Google Shape;233;p22"/>
          <p:cNvSpPr/>
          <p:nvPr>
            <p:ph idx="3" type="pic"/>
          </p:nvPr>
        </p:nvSpPr>
        <p:spPr>
          <a:xfrm>
            <a:off x="4509796" y="-886475"/>
            <a:ext cx="2126100" cy="2444400"/>
          </a:xfrm>
          <a:prstGeom prst="roundRect">
            <a:avLst>
              <a:gd fmla="val 0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234" name="Google Shape;234;p22"/>
          <p:cNvSpPr/>
          <p:nvPr>
            <p:ph idx="4" type="pic"/>
          </p:nvPr>
        </p:nvSpPr>
        <p:spPr>
          <a:xfrm>
            <a:off x="6709546" y="-1689525"/>
            <a:ext cx="2126100" cy="2444400"/>
          </a:xfrm>
          <a:prstGeom prst="roundRect">
            <a:avLst>
              <a:gd fmla="val 0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235" name="Google Shape;235;p22"/>
          <p:cNvSpPr/>
          <p:nvPr>
            <p:ph idx="5" type="pic"/>
          </p:nvPr>
        </p:nvSpPr>
        <p:spPr>
          <a:xfrm>
            <a:off x="6709546" y="833050"/>
            <a:ext cx="2126100" cy="2319300"/>
          </a:xfrm>
          <a:prstGeom prst="roundRect">
            <a:avLst>
              <a:gd fmla="val 0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236" name="Google Shape;236;p22"/>
          <p:cNvSpPr/>
          <p:nvPr>
            <p:ph idx="6" type="pic"/>
          </p:nvPr>
        </p:nvSpPr>
        <p:spPr>
          <a:xfrm>
            <a:off x="6709546" y="3230525"/>
            <a:ext cx="2126100" cy="2319300"/>
          </a:xfrm>
          <a:prstGeom prst="roundRect">
            <a:avLst>
              <a:gd fmla="val 0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237" name="Google Shape;237;p22"/>
          <p:cNvSpPr/>
          <p:nvPr>
            <p:ph idx="7" type="pic"/>
          </p:nvPr>
        </p:nvSpPr>
        <p:spPr>
          <a:xfrm>
            <a:off x="4509796" y="1628100"/>
            <a:ext cx="2126100" cy="2319300"/>
          </a:xfrm>
          <a:prstGeom prst="roundRect">
            <a:avLst>
              <a:gd fmla="val 0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238" name="Google Shape;238;p22"/>
          <p:cNvSpPr/>
          <p:nvPr>
            <p:ph idx="8" type="pic"/>
          </p:nvPr>
        </p:nvSpPr>
        <p:spPr>
          <a:xfrm>
            <a:off x="4509796" y="4017575"/>
            <a:ext cx="2126100" cy="2319300"/>
          </a:xfrm>
          <a:prstGeom prst="roundRect">
            <a:avLst>
              <a:gd fmla="val 0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239" name="Google Shape;239;p22"/>
          <p:cNvSpPr txBox="1"/>
          <p:nvPr>
            <p:ph idx="9" type="subTitle"/>
          </p:nvPr>
        </p:nvSpPr>
        <p:spPr>
          <a:xfrm>
            <a:off x="317550" y="3280569"/>
            <a:ext cx="25242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DM Sans Medium"/>
              <a:buNone/>
              <a:defRPr sz="12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 Column 2">
  <p:cSld name="CUSTOM_9"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3"/>
          <p:cNvSpPr txBox="1"/>
          <p:nvPr>
            <p:ph type="title"/>
          </p:nvPr>
        </p:nvSpPr>
        <p:spPr>
          <a:xfrm>
            <a:off x="311996" y="280950"/>
            <a:ext cx="3795600" cy="8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43" name="Google Shape;243;p23"/>
          <p:cNvSpPr txBox="1"/>
          <p:nvPr>
            <p:ph idx="2" type="title"/>
          </p:nvPr>
        </p:nvSpPr>
        <p:spPr>
          <a:xfrm>
            <a:off x="311996" y="2020450"/>
            <a:ext cx="30162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44" name="Google Shape;244;p23"/>
          <p:cNvSpPr txBox="1"/>
          <p:nvPr>
            <p:ph idx="1" type="subTitle"/>
          </p:nvPr>
        </p:nvSpPr>
        <p:spPr>
          <a:xfrm>
            <a:off x="311996" y="2298651"/>
            <a:ext cx="2769000" cy="6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5" name="Google Shape;245;p23"/>
          <p:cNvSpPr/>
          <p:nvPr>
            <p:ph idx="3" type="pic"/>
          </p:nvPr>
        </p:nvSpPr>
        <p:spPr>
          <a:xfrm>
            <a:off x="4580700" y="280950"/>
            <a:ext cx="4258200" cy="3898200"/>
          </a:xfrm>
          <a:prstGeom prst="roundRect">
            <a:avLst>
              <a:gd fmla="val 0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246" name="Google Shape;246;p23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247" name="Google Shape;247;p23"/>
          <p:cNvSpPr txBox="1"/>
          <p:nvPr>
            <p:ph idx="4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248" name="Google Shape;248;p23"/>
          <p:cNvSpPr txBox="1"/>
          <p:nvPr>
            <p:ph idx="5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 Column 3">
  <p:cSld name="CUSTOM_10"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4"/>
          <p:cNvSpPr txBox="1"/>
          <p:nvPr>
            <p:ph type="title"/>
          </p:nvPr>
        </p:nvSpPr>
        <p:spPr>
          <a:xfrm>
            <a:off x="307254" y="270000"/>
            <a:ext cx="4654800" cy="11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2" name="Google Shape;252;p24"/>
          <p:cNvSpPr txBox="1"/>
          <p:nvPr>
            <p:ph idx="2" type="title"/>
          </p:nvPr>
        </p:nvSpPr>
        <p:spPr>
          <a:xfrm>
            <a:off x="307254" y="2569196"/>
            <a:ext cx="30162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3" name="Google Shape;253;p24"/>
          <p:cNvSpPr txBox="1"/>
          <p:nvPr>
            <p:ph idx="3" type="title"/>
          </p:nvPr>
        </p:nvSpPr>
        <p:spPr>
          <a:xfrm>
            <a:off x="4401075" y="2569196"/>
            <a:ext cx="30162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4" name="Google Shape;254;p24"/>
          <p:cNvSpPr txBox="1"/>
          <p:nvPr>
            <p:ph idx="1" type="body"/>
          </p:nvPr>
        </p:nvSpPr>
        <p:spPr>
          <a:xfrm>
            <a:off x="307254" y="2986021"/>
            <a:ext cx="36576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255" name="Google Shape;255;p24"/>
          <p:cNvSpPr txBox="1"/>
          <p:nvPr>
            <p:ph idx="4" type="body"/>
          </p:nvPr>
        </p:nvSpPr>
        <p:spPr>
          <a:xfrm>
            <a:off x="4401075" y="2986021"/>
            <a:ext cx="36576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256" name="Google Shape;256;p24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257" name="Google Shape;257;p24"/>
          <p:cNvSpPr txBox="1"/>
          <p:nvPr>
            <p:ph idx="5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258" name="Google Shape;258;p24"/>
          <p:cNvSpPr txBox="1"/>
          <p:nvPr>
            <p:ph idx="6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 Column 3 - more text">
  <p:cSld name="CUSTOM_10_2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5"/>
          <p:cNvSpPr txBox="1"/>
          <p:nvPr>
            <p:ph type="title"/>
          </p:nvPr>
        </p:nvSpPr>
        <p:spPr>
          <a:xfrm>
            <a:off x="307250" y="270000"/>
            <a:ext cx="46548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62" name="Google Shape;262;p25"/>
          <p:cNvSpPr txBox="1"/>
          <p:nvPr>
            <p:ph idx="2" type="title"/>
          </p:nvPr>
        </p:nvSpPr>
        <p:spPr>
          <a:xfrm>
            <a:off x="307254" y="1273796"/>
            <a:ext cx="30162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63" name="Google Shape;263;p25"/>
          <p:cNvSpPr txBox="1"/>
          <p:nvPr>
            <p:ph idx="3" type="title"/>
          </p:nvPr>
        </p:nvSpPr>
        <p:spPr>
          <a:xfrm>
            <a:off x="4401075" y="1273796"/>
            <a:ext cx="30162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64" name="Google Shape;264;p25"/>
          <p:cNvSpPr txBox="1"/>
          <p:nvPr>
            <p:ph idx="1" type="body"/>
          </p:nvPr>
        </p:nvSpPr>
        <p:spPr>
          <a:xfrm>
            <a:off x="307250" y="1690633"/>
            <a:ext cx="3657600" cy="26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265" name="Google Shape;265;p25"/>
          <p:cNvSpPr txBox="1"/>
          <p:nvPr>
            <p:ph idx="4" type="body"/>
          </p:nvPr>
        </p:nvSpPr>
        <p:spPr>
          <a:xfrm>
            <a:off x="4401073" y="1690633"/>
            <a:ext cx="3657600" cy="26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266" name="Google Shape;266;p25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267" name="Google Shape;267;p25"/>
          <p:cNvSpPr txBox="1"/>
          <p:nvPr>
            <p:ph idx="5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268" name="Google Shape;268;p25"/>
          <p:cNvSpPr txBox="1"/>
          <p:nvPr>
            <p:ph idx="6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 Column 4">
  <p:cSld name="CUSTOM_10_1"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6"/>
          <p:cNvSpPr txBox="1"/>
          <p:nvPr>
            <p:ph type="title"/>
          </p:nvPr>
        </p:nvSpPr>
        <p:spPr>
          <a:xfrm>
            <a:off x="307254" y="270000"/>
            <a:ext cx="4654800" cy="11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2" name="Google Shape;272;p26"/>
          <p:cNvSpPr txBox="1"/>
          <p:nvPr>
            <p:ph idx="2" type="title"/>
          </p:nvPr>
        </p:nvSpPr>
        <p:spPr>
          <a:xfrm>
            <a:off x="307254" y="2635509"/>
            <a:ext cx="25758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73" name="Google Shape;273;p26"/>
          <p:cNvSpPr txBox="1"/>
          <p:nvPr>
            <p:ph idx="1" type="body"/>
          </p:nvPr>
        </p:nvSpPr>
        <p:spPr>
          <a:xfrm>
            <a:off x="307254" y="3052334"/>
            <a:ext cx="25572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274" name="Google Shape;274;p26"/>
          <p:cNvSpPr txBox="1"/>
          <p:nvPr>
            <p:ph idx="3" type="title"/>
          </p:nvPr>
        </p:nvSpPr>
        <p:spPr>
          <a:xfrm>
            <a:off x="3284067" y="2635513"/>
            <a:ext cx="25758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75" name="Google Shape;275;p26"/>
          <p:cNvSpPr txBox="1"/>
          <p:nvPr>
            <p:ph idx="4" type="body"/>
          </p:nvPr>
        </p:nvSpPr>
        <p:spPr>
          <a:xfrm>
            <a:off x="3302692" y="3052338"/>
            <a:ext cx="25572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276" name="Google Shape;276;p26"/>
          <p:cNvSpPr txBox="1"/>
          <p:nvPr>
            <p:ph idx="5" type="title"/>
          </p:nvPr>
        </p:nvSpPr>
        <p:spPr>
          <a:xfrm>
            <a:off x="6250617" y="2635513"/>
            <a:ext cx="25758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77" name="Google Shape;277;p26"/>
          <p:cNvSpPr txBox="1"/>
          <p:nvPr>
            <p:ph idx="6" type="body"/>
          </p:nvPr>
        </p:nvSpPr>
        <p:spPr>
          <a:xfrm>
            <a:off x="6269242" y="3052338"/>
            <a:ext cx="25572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278" name="Google Shape;278;p26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279" name="Google Shape;279;p26"/>
          <p:cNvSpPr txBox="1"/>
          <p:nvPr>
            <p:ph idx="7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280" name="Google Shape;280;p26"/>
          <p:cNvSpPr txBox="1"/>
          <p:nvPr>
            <p:ph idx="8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 Column 4 more text">
  <p:cSld name="CUSTOM_10_1_2"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7"/>
          <p:cNvSpPr txBox="1"/>
          <p:nvPr>
            <p:ph type="title"/>
          </p:nvPr>
        </p:nvSpPr>
        <p:spPr>
          <a:xfrm>
            <a:off x="307250" y="270000"/>
            <a:ext cx="46548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4" name="Google Shape;284;p27"/>
          <p:cNvSpPr txBox="1"/>
          <p:nvPr>
            <p:ph idx="2" type="title"/>
          </p:nvPr>
        </p:nvSpPr>
        <p:spPr>
          <a:xfrm>
            <a:off x="307254" y="1263909"/>
            <a:ext cx="25758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85" name="Google Shape;285;p27"/>
          <p:cNvSpPr txBox="1"/>
          <p:nvPr>
            <p:ph idx="1" type="body"/>
          </p:nvPr>
        </p:nvSpPr>
        <p:spPr>
          <a:xfrm>
            <a:off x="307250" y="1680709"/>
            <a:ext cx="2557200" cy="26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286" name="Google Shape;286;p27"/>
          <p:cNvSpPr txBox="1"/>
          <p:nvPr>
            <p:ph idx="3" type="title"/>
          </p:nvPr>
        </p:nvSpPr>
        <p:spPr>
          <a:xfrm>
            <a:off x="3284067" y="1263913"/>
            <a:ext cx="25758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87" name="Google Shape;287;p27"/>
          <p:cNvSpPr txBox="1"/>
          <p:nvPr>
            <p:ph idx="4" type="body"/>
          </p:nvPr>
        </p:nvSpPr>
        <p:spPr>
          <a:xfrm>
            <a:off x="3302700" y="1680770"/>
            <a:ext cx="2557200" cy="26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288" name="Google Shape;288;p27"/>
          <p:cNvSpPr txBox="1"/>
          <p:nvPr>
            <p:ph idx="5" type="title"/>
          </p:nvPr>
        </p:nvSpPr>
        <p:spPr>
          <a:xfrm>
            <a:off x="6250617" y="1263913"/>
            <a:ext cx="25758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89" name="Google Shape;289;p27"/>
          <p:cNvSpPr txBox="1"/>
          <p:nvPr>
            <p:ph idx="6" type="body"/>
          </p:nvPr>
        </p:nvSpPr>
        <p:spPr>
          <a:xfrm>
            <a:off x="6269250" y="1680771"/>
            <a:ext cx="2557200" cy="26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290" name="Google Shape;290;p27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291" name="Google Shape;291;p27"/>
          <p:cNvSpPr txBox="1"/>
          <p:nvPr>
            <p:ph idx="7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292" name="Google Shape;292;p27"/>
          <p:cNvSpPr txBox="1"/>
          <p:nvPr>
            <p:ph idx="8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 Column 5">
  <p:cSld name="CUSTOM_10_1_1"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8"/>
          <p:cNvSpPr txBox="1"/>
          <p:nvPr>
            <p:ph type="title"/>
          </p:nvPr>
        </p:nvSpPr>
        <p:spPr>
          <a:xfrm>
            <a:off x="307250" y="2645375"/>
            <a:ext cx="21330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96" name="Google Shape;296;p28"/>
          <p:cNvSpPr txBox="1"/>
          <p:nvPr>
            <p:ph idx="1" type="body"/>
          </p:nvPr>
        </p:nvSpPr>
        <p:spPr>
          <a:xfrm>
            <a:off x="307250" y="3067775"/>
            <a:ext cx="19155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297" name="Google Shape;297;p28"/>
          <p:cNvSpPr txBox="1"/>
          <p:nvPr>
            <p:ph idx="2" type="title"/>
          </p:nvPr>
        </p:nvSpPr>
        <p:spPr>
          <a:xfrm>
            <a:off x="2481272" y="2645375"/>
            <a:ext cx="21330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98" name="Google Shape;298;p28"/>
          <p:cNvSpPr txBox="1"/>
          <p:nvPr>
            <p:ph idx="3" type="body"/>
          </p:nvPr>
        </p:nvSpPr>
        <p:spPr>
          <a:xfrm>
            <a:off x="2481272" y="3067775"/>
            <a:ext cx="19665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299" name="Google Shape;299;p28"/>
          <p:cNvSpPr txBox="1"/>
          <p:nvPr>
            <p:ph idx="4" type="title"/>
          </p:nvPr>
        </p:nvSpPr>
        <p:spPr>
          <a:xfrm>
            <a:off x="4657001" y="2645375"/>
            <a:ext cx="21330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00" name="Google Shape;300;p28"/>
          <p:cNvSpPr txBox="1"/>
          <p:nvPr>
            <p:ph idx="5" type="body"/>
          </p:nvPr>
        </p:nvSpPr>
        <p:spPr>
          <a:xfrm>
            <a:off x="4656989" y="3067775"/>
            <a:ext cx="19665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01" name="Google Shape;301;p28"/>
          <p:cNvSpPr txBox="1"/>
          <p:nvPr>
            <p:ph idx="6" type="title"/>
          </p:nvPr>
        </p:nvSpPr>
        <p:spPr>
          <a:xfrm>
            <a:off x="6833673" y="2645375"/>
            <a:ext cx="21330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02" name="Google Shape;302;p28"/>
          <p:cNvSpPr txBox="1"/>
          <p:nvPr>
            <p:ph idx="7" type="body"/>
          </p:nvPr>
        </p:nvSpPr>
        <p:spPr>
          <a:xfrm>
            <a:off x="6833684" y="3067775"/>
            <a:ext cx="19665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03" name="Google Shape;303;p28"/>
          <p:cNvSpPr txBox="1"/>
          <p:nvPr>
            <p:ph idx="8" type="title"/>
          </p:nvPr>
        </p:nvSpPr>
        <p:spPr>
          <a:xfrm>
            <a:off x="307250" y="270000"/>
            <a:ext cx="4654800" cy="6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04" name="Google Shape;304;p28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305" name="Google Shape;305;p28"/>
          <p:cNvSpPr txBox="1"/>
          <p:nvPr>
            <p:ph idx="9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306" name="Google Shape;306;p28"/>
          <p:cNvSpPr txBox="1"/>
          <p:nvPr>
            <p:ph idx="13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 Column 5 - more text">
  <p:cSld name="CUSTOM_10_1_1_1"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9"/>
          <p:cNvSpPr txBox="1"/>
          <p:nvPr>
            <p:ph type="title"/>
          </p:nvPr>
        </p:nvSpPr>
        <p:spPr>
          <a:xfrm>
            <a:off x="307250" y="1273775"/>
            <a:ext cx="21330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0" name="Google Shape;310;p29"/>
          <p:cNvSpPr txBox="1"/>
          <p:nvPr>
            <p:ph idx="1" type="body"/>
          </p:nvPr>
        </p:nvSpPr>
        <p:spPr>
          <a:xfrm>
            <a:off x="307250" y="1696175"/>
            <a:ext cx="1915500" cy="26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11" name="Google Shape;311;p29"/>
          <p:cNvSpPr txBox="1"/>
          <p:nvPr>
            <p:ph idx="2" type="title"/>
          </p:nvPr>
        </p:nvSpPr>
        <p:spPr>
          <a:xfrm>
            <a:off x="2481272" y="1273775"/>
            <a:ext cx="21330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2" name="Google Shape;312;p29"/>
          <p:cNvSpPr txBox="1"/>
          <p:nvPr>
            <p:ph idx="3" type="body"/>
          </p:nvPr>
        </p:nvSpPr>
        <p:spPr>
          <a:xfrm>
            <a:off x="2481270" y="1696175"/>
            <a:ext cx="1966500" cy="26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13" name="Google Shape;313;p29"/>
          <p:cNvSpPr txBox="1"/>
          <p:nvPr>
            <p:ph idx="4" type="title"/>
          </p:nvPr>
        </p:nvSpPr>
        <p:spPr>
          <a:xfrm>
            <a:off x="4657001" y="1273775"/>
            <a:ext cx="21330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4" name="Google Shape;314;p29"/>
          <p:cNvSpPr txBox="1"/>
          <p:nvPr>
            <p:ph idx="5" type="body"/>
          </p:nvPr>
        </p:nvSpPr>
        <p:spPr>
          <a:xfrm>
            <a:off x="4656985" y="1696175"/>
            <a:ext cx="1966500" cy="26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15" name="Google Shape;315;p29"/>
          <p:cNvSpPr txBox="1"/>
          <p:nvPr>
            <p:ph idx="6" type="title"/>
          </p:nvPr>
        </p:nvSpPr>
        <p:spPr>
          <a:xfrm>
            <a:off x="6833673" y="1273775"/>
            <a:ext cx="21330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6" name="Google Shape;316;p29"/>
          <p:cNvSpPr txBox="1"/>
          <p:nvPr>
            <p:ph idx="7" type="body"/>
          </p:nvPr>
        </p:nvSpPr>
        <p:spPr>
          <a:xfrm>
            <a:off x="6833677" y="1696175"/>
            <a:ext cx="1966500" cy="26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17" name="Google Shape;317;p29"/>
          <p:cNvSpPr txBox="1"/>
          <p:nvPr>
            <p:ph idx="8" type="title"/>
          </p:nvPr>
        </p:nvSpPr>
        <p:spPr>
          <a:xfrm>
            <a:off x="307250" y="270000"/>
            <a:ext cx="46548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8" name="Google Shape;318;p29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319" name="Google Shape;319;p29"/>
          <p:cNvSpPr txBox="1"/>
          <p:nvPr>
            <p:ph idx="9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320" name="Google Shape;320;p29"/>
          <p:cNvSpPr txBox="1"/>
          <p:nvPr>
            <p:ph idx="13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 Column 6">
  <p:cSld name="CUSTOM_11"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0"/>
          <p:cNvSpPr txBox="1"/>
          <p:nvPr>
            <p:ph type="title"/>
          </p:nvPr>
        </p:nvSpPr>
        <p:spPr>
          <a:xfrm>
            <a:off x="307254" y="270000"/>
            <a:ext cx="4654800" cy="11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24" name="Google Shape;324;p30"/>
          <p:cNvSpPr txBox="1"/>
          <p:nvPr>
            <p:ph idx="2" type="title"/>
          </p:nvPr>
        </p:nvSpPr>
        <p:spPr>
          <a:xfrm>
            <a:off x="582326" y="2489821"/>
            <a:ext cx="36576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25" name="Google Shape;325;p30"/>
          <p:cNvSpPr txBox="1"/>
          <p:nvPr>
            <p:ph idx="1" type="body"/>
          </p:nvPr>
        </p:nvSpPr>
        <p:spPr>
          <a:xfrm>
            <a:off x="600950" y="2906646"/>
            <a:ext cx="35133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26" name="Google Shape;326;p30"/>
          <p:cNvSpPr txBox="1"/>
          <p:nvPr>
            <p:ph idx="3" type="title"/>
          </p:nvPr>
        </p:nvSpPr>
        <p:spPr>
          <a:xfrm>
            <a:off x="5006176" y="2489808"/>
            <a:ext cx="36576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27" name="Google Shape;327;p30"/>
          <p:cNvSpPr txBox="1"/>
          <p:nvPr>
            <p:ph idx="4" type="body"/>
          </p:nvPr>
        </p:nvSpPr>
        <p:spPr>
          <a:xfrm>
            <a:off x="5024800" y="2906633"/>
            <a:ext cx="35133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28" name="Google Shape;328;p30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329" name="Google Shape;329;p30"/>
          <p:cNvSpPr txBox="1"/>
          <p:nvPr>
            <p:ph idx="5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330" name="Google Shape;330;p30"/>
          <p:cNvSpPr txBox="1"/>
          <p:nvPr>
            <p:ph idx="6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 Column 6 - more text">
  <p:cSld name="CUSTOM_11_2"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31"/>
          <p:cNvSpPr txBox="1"/>
          <p:nvPr>
            <p:ph type="title"/>
          </p:nvPr>
        </p:nvSpPr>
        <p:spPr>
          <a:xfrm>
            <a:off x="307254" y="270000"/>
            <a:ext cx="4654800" cy="11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34" name="Google Shape;334;p31"/>
          <p:cNvSpPr txBox="1"/>
          <p:nvPr>
            <p:ph idx="2" type="title"/>
          </p:nvPr>
        </p:nvSpPr>
        <p:spPr>
          <a:xfrm>
            <a:off x="582326" y="1880221"/>
            <a:ext cx="36576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35" name="Google Shape;335;p31"/>
          <p:cNvSpPr txBox="1"/>
          <p:nvPr>
            <p:ph idx="1" type="body"/>
          </p:nvPr>
        </p:nvSpPr>
        <p:spPr>
          <a:xfrm>
            <a:off x="600950" y="2297042"/>
            <a:ext cx="3513300" cy="19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36" name="Google Shape;336;p31"/>
          <p:cNvSpPr txBox="1"/>
          <p:nvPr>
            <p:ph idx="3" type="title"/>
          </p:nvPr>
        </p:nvSpPr>
        <p:spPr>
          <a:xfrm>
            <a:off x="5006176" y="1880208"/>
            <a:ext cx="36576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37" name="Google Shape;337;p31"/>
          <p:cNvSpPr txBox="1"/>
          <p:nvPr>
            <p:ph idx="4" type="body"/>
          </p:nvPr>
        </p:nvSpPr>
        <p:spPr>
          <a:xfrm>
            <a:off x="5024800" y="2297016"/>
            <a:ext cx="3513300" cy="19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38" name="Google Shape;338;p31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339" name="Google Shape;339;p31"/>
          <p:cNvSpPr txBox="1"/>
          <p:nvPr>
            <p:ph idx="5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340" name="Google Shape;340;p31"/>
          <p:cNvSpPr txBox="1"/>
          <p:nvPr>
            <p:ph idx="6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 Column 7">
  <p:cSld name="CUSTOM_11_1"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32"/>
          <p:cNvSpPr txBox="1"/>
          <p:nvPr>
            <p:ph type="title"/>
          </p:nvPr>
        </p:nvSpPr>
        <p:spPr>
          <a:xfrm>
            <a:off x="307254" y="270000"/>
            <a:ext cx="4654800" cy="11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4" name="Google Shape;344;p32"/>
          <p:cNvSpPr txBox="1"/>
          <p:nvPr>
            <p:ph idx="2" type="title"/>
          </p:nvPr>
        </p:nvSpPr>
        <p:spPr>
          <a:xfrm>
            <a:off x="469950" y="2635500"/>
            <a:ext cx="22878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45" name="Google Shape;345;p32"/>
          <p:cNvSpPr txBox="1"/>
          <p:nvPr>
            <p:ph idx="1" type="body"/>
          </p:nvPr>
        </p:nvSpPr>
        <p:spPr>
          <a:xfrm>
            <a:off x="469950" y="3052325"/>
            <a:ext cx="22878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idx="3" type="title"/>
          </p:nvPr>
        </p:nvSpPr>
        <p:spPr>
          <a:xfrm>
            <a:off x="3418774" y="2637200"/>
            <a:ext cx="22878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47" name="Google Shape;347;p32"/>
          <p:cNvSpPr txBox="1"/>
          <p:nvPr>
            <p:ph idx="4" type="body"/>
          </p:nvPr>
        </p:nvSpPr>
        <p:spPr>
          <a:xfrm>
            <a:off x="3418774" y="3054025"/>
            <a:ext cx="22878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48" name="Google Shape;348;p32"/>
          <p:cNvSpPr txBox="1"/>
          <p:nvPr>
            <p:ph idx="5" type="title"/>
          </p:nvPr>
        </p:nvSpPr>
        <p:spPr>
          <a:xfrm>
            <a:off x="6367574" y="2637200"/>
            <a:ext cx="22878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49" name="Google Shape;349;p32"/>
          <p:cNvSpPr txBox="1"/>
          <p:nvPr>
            <p:ph idx="6" type="body"/>
          </p:nvPr>
        </p:nvSpPr>
        <p:spPr>
          <a:xfrm>
            <a:off x="6367574" y="3054025"/>
            <a:ext cx="22878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50" name="Google Shape;350;p32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351" name="Google Shape;351;p32"/>
          <p:cNvSpPr txBox="1"/>
          <p:nvPr>
            <p:ph idx="7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352" name="Google Shape;352;p32"/>
          <p:cNvSpPr txBox="1"/>
          <p:nvPr>
            <p:ph idx="8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 Column 7 - more text">
  <p:cSld name="CUSTOM_11_1_2"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3"/>
          <p:cNvSpPr txBox="1"/>
          <p:nvPr>
            <p:ph type="title"/>
          </p:nvPr>
        </p:nvSpPr>
        <p:spPr>
          <a:xfrm>
            <a:off x="307254" y="270000"/>
            <a:ext cx="4654800" cy="11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6" name="Google Shape;356;p33"/>
          <p:cNvSpPr txBox="1"/>
          <p:nvPr>
            <p:ph idx="2" type="title"/>
          </p:nvPr>
        </p:nvSpPr>
        <p:spPr>
          <a:xfrm>
            <a:off x="469950" y="1873500"/>
            <a:ext cx="22878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7" name="Google Shape;357;p33"/>
          <p:cNvSpPr txBox="1"/>
          <p:nvPr>
            <p:ph idx="1" type="body"/>
          </p:nvPr>
        </p:nvSpPr>
        <p:spPr>
          <a:xfrm>
            <a:off x="469950" y="2290325"/>
            <a:ext cx="2287800" cy="19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58" name="Google Shape;358;p33"/>
          <p:cNvSpPr txBox="1"/>
          <p:nvPr>
            <p:ph idx="3" type="title"/>
          </p:nvPr>
        </p:nvSpPr>
        <p:spPr>
          <a:xfrm>
            <a:off x="3418774" y="1875200"/>
            <a:ext cx="22878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9" name="Google Shape;359;p33"/>
          <p:cNvSpPr txBox="1"/>
          <p:nvPr>
            <p:ph idx="4" type="body"/>
          </p:nvPr>
        </p:nvSpPr>
        <p:spPr>
          <a:xfrm>
            <a:off x="3418774" y="2293921"/>
            <a:ext cx="2287800" cy="19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60" name="Google Shape;360;p33"/>
          <p:cNvSpPr txBox="1"/>
          <p:nvPr>
            <p:ph idx="5" type="title"/>
          </p:nvPr>
        </p:nvSpPr>
        <p:spPr>
          <a:xfrm>
            <a:off x="6367574" y="1875200"/>
            <a:ext cx="22878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61" name="Google Shape;361;p33"/>
          <p:cNvSpPr txBox="1"/>
          <p:nvPr>
            <p:ph idx="6" type="body"/>
          </p:nvPr>
        </p:nvSpPr>
        <p:spPr>
          <a:xfrm>
            <a:off x="6367574" y="2293921"/>
            <a:ext cx="2287800" cy="19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62" name="Google Shape;362;p33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363" name="Google Shape;363;p33"/>
          <p:cNvSpPr txBox="1"/>
          <p:nvPr>
            <p:ph idx="7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364" name="Google Shape;364;p33"/>
          <p:cNvSpPr txBox="1"/>
          <p:nvPr>
            <p:ph idx="8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 Column 8">
  <p:cSld name="CUSTOM_11_1_1"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4"/>
          <p:cNvSpPr txBox="1"/>
          <p:nvPr>
            <p:ph type="title"/>
          </p:nvPr>
        </p:nvSpPr>
        <p:spPr>
          <a:xfrm>
            <a:off x="307254" y="270000"/>
            <a:ext cx="4654800" cy="11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68" name="Google Shape;368;p34"/>
          <p:cNvSpPr txBox="1"/>
          <p:nvPr>
            <p:ph idx="2" type="title"/>
          </p:nvPr>
        </p:nvSpPr>
        <p:spPr>
          <a:xfrm>
            <a:off x="383450" y="2645375"/>
            <a:ext cx="21330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69" name="Google Shape;369;p34"/>
          <p:cNvSpPr txBox="1"/>
          <p:nvPr>
            <p:ph idx="1" type="body"/>
          </p:nvPr>
        </p:nvSpPr>
        <p:spPr>
          <a:xfrm>
            <a:off x="383450" y="3067775"/>
            <a:ext cx="19155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70" name="Google Shape;370;p34"/>
          <p:cNvSpPr txBox="1"/>
          <p:nvPr>
            <p:ph idx="3" type="title"/>
          </p:nvPr>
        </p:nvSpPr>
        <p:spPr>
          <a:xfrm>
            <a:off x="2557472" y="2645375"/>
            <a:ext cx="21330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71" name="Google Shape;371;p34"/>
          <p:cNvSpPr txBox="1"/>
          <p:nvPr>
            <p:ph idx="4" type="body"/>
          </p:nvPr>
        </p:nvSpPr>
        <p:spPr>
          <a:xfrm>
            <a:off x="2557472" y="3067775"/>
            <a:ext cx="19665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72" name="Google Shape;372;p34"/>
          <p:cNvSpPr txBox="1"/>
          <p:nvPr>
            <p:ph idx="5" type="title"/>
          </p:nvPr>
        </p:nvSpPr>
        <p:spPr>
          <a:xfrm>
            <a:off x="4733201" y="2645375"/>
            <a:ext cx="21330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73" name="Google Shape;373;p34"/>
          <p:cNvSpPr txBox="1"/>
          <p:nvPr>
            <p:ph idx="6" type="body"/>
          </p:nvPr>
        </p:nvSpPr>
        <p:spPr>
          <a:xfrm>
            <a:off x="4733189" y="3067775"/>
            <a:ext cx="19665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74" name="Google Shape;374;p34"/>
          <p:cNvSpPr txBox="1"/>
          <p:nvPr>
            <p:ph idx="7" type="title"/>
          </p:nvPr>
        </p:nvSpPr>
        <p:spPr>
          <a:xfrm>
            <a:off x="6909873" y="2645375"/>
            <a:ext cx="21330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75" name="Google Shape;375;p34"/>
          <p:cNvSpPr txBox="1"/>
          <p:nvPr>
            <p:ph idx="8" type="body"/>
          </p:nvPr>
        </p:nvSpPr>
        <p:spPr>
          <a:xfrm>
            <a:off x="6909884" y="3067775"/>
            <a:ext cx="19665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76" name="Google Shape;376;p34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377" name="Google Shape;377;p34"/>
          <p:cNvSpPr txBox="1"/>
          <p:nvPr>
            <p:ph idx="9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378" name="Google Shape;378;p34"/>
          <p:cNvSpPr txBox="1"/>
          <p:nvPr>
            <p:ph idx="13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 Column 8 - more text">
  <p:cSld name="CUSTOM_11_1_1_1"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5"/>
          <p:cNvSpPr txBox="1"/>
          <p:nvPr>
            <p:ph type="title"/>
          </p:nvPr>
        </p:nvSpPr>
        <p:spPr>
          <a:xfrm>
            <a:off x="307254" y="270000"/>
            <a:ext cx="4654800" cy="11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2" name="Google Shape;382;p35"/>
          <p:cNvSpPr txBox="1"/>
          <p:nvPr>
            <p:ph idx="2" type="title"/>
          </p:nvPr>
        </p:nvSpPr>
        <p:spPr>
          <a:xfrm>
            <a:off x="383450" y="1883375"/>
            <a:ext cx="21330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3" name="Google Shape;383;p35"/>
          <p:cNvSpPr txBox="1"/>
          <p:nvPr>
            <p:ph idx="1" type="body"/>
          </p:nvPr>
        </p:nvSpPr>
        <p:spPr>
          <a:xfrm>
            <a:off x="383450" y="2305775"/>
            <a:ext cx="1905300" cy="20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84" name="Google Shape;384;p35"/>
          <p:cNvSpPr txBox="1"/>
          <p:nvPr>
            <p:ph idx="3" type="title"/>
          </p:nvPr>
        </p:nvSpPr>
        <p:spPr>
          <a:xfrm>
            <a:off x="2557472" y="1883375"/>
            <a:ext cx="21330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5" name="Google Shape;385;p35"/>
          <p:cNvSpPr txBox="1"/>
          <p:nvPr>
            <p:ph idx="4" type="body"/>
          </p:nvPr>
        </p:nvSpPr>
        <p:spPr>
          <a:xfrm>
            <a:off x="2557475" y="2305775"/>
            <a:ext cx="1905300" cy="20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86" name="Google Shape;386;p35"/>
          <p:cNvSpPr txBox="1"/>
          <p:nvPr>
            <p:ph idx="5" type="title"/>
          </p:nvPr>
        </p:nvSpPr>
        <p:spPr>
          <a:xfrm>
            <a:off x="4733201" y="1883375"/>
            <a:ext cx="21330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7" name="Google Shape;387;p35"/>
          <p:cNvSpPr txBox="1"/>
          <p:nvPr>
            <p:ph idx="6" type="body"/>
          </p:nvPr>
        </p:nvSpPr>
        <p:spPr>
          <a:xfrm>
            <a:off x="4733175" y="2305775"/>
            <a:ext cx="1905300" cy="20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88" name="Google Shape;388;p35"/>
          <p:cNvSpPr txBox="1"/>
          <p:nvPr>
            <p:ph idx="7" type="title"/>
          </p:nvPr>
        </p:nvSpPr>
        <p:spPr>
          <a:xfrm>
            <a:off x="6909873" y="1883375"/>
            <a:ext cx="21330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9" name="Google Shape;389;p35"/>
          <p:cNvSpPr txBox="1"/>
          <p:nvPr>
            <p:ph idx="8" type="body"/>
          </p:nvPr>
        </p:nvSpPr>
        <p:spPr>
          <a:xfrm>
            <a:off x="6909875" y="2305775"/>
            <a:ext cx="1905300" cy="20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90" name="Google Shape;390;p35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391" name="Google Shape;391;p35"/>
          <p:cNvSpPr txBox="1"/>
          <p:nvPr>
            <p:ph idx="9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392" name="Google Shape;392;p35"/>
          <p:cNvSpPr txBox="1"/>
          <p:nvPr>
            <p:ph idx="13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 Column 9">
  <p:cSld name="CUSTOM_12"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6"/>
          <p:cNvSpPr txBox="1"/>
          <p:nvPr>
            <p:ph idx="1" type="body"/>
          </p:nvPr>
        </p:nvSpPr>
        <p:spPr>
          <a:xfrm>
            <a:off x="475625" y="3424122"/>
            <a:ext cx="15543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96" name="Google Shape;396;p36"/>
          <p:cNvSpPr txBox="1"/>
          <p:nvPr>
            <p:ph type="title"/>
          </p:nvPr>
        </p:nvSpPr>
        <p:spPr>
          <a:xfrm>
            <a:off x="475625" y="3077922"/>
            <a:ext cx="15543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97" name="Google Shape;397;p36"/>
          <p:cNvSpPr txBox="1"/>
          <p:nvPr>
            <p:ph idx="2" type="title"/>
          </p:nvPr>
        </p:nvSpPr>
        <p:spPr>
          <a:xfrm>
            <a:off x="307254" y="270000"/>
            <a:ext cx="4654800" cy="11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98" name="Google Shape;398;p36"/>
          <p:cNvSpPr txBox="1"/>
          <p:nvPr>
            <p:ph idx="3" type="title"/>
          </p:nvPr>
        </p:nvSpPr>
        <p:spPr>
          <a:xfrm>
            <a:off x="307254" y="2012935"/>
            <a:ext cx="24111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99" name="Google Shape;399;p36"/>
          <p:cNvSpPr txBox="1"/>
          <p:nvPr>
            <p:ph idx="4" type="body"/>
          </p:nvPr>
        </p:nvSpPr>
        <p:spPr>
          <a:xfrm>
            <a:off x="2682263" y="3424147"/>
            <a:ext cx="15543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400" name="Google Shape;400;p36"/>
          <p:cNvSpPr txBox="1"/>
          <p:nvPr>
            <p:ph idx="5" type="title"/>
          </p:nvPr>
        </p:nvSpPr>
        <p:spPr>
          <a:xfrm>
            <a:off x="2682263" y="3077947"/>
            <a:ext cx="15543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01" name="Google Shape;401;p36"/>
          <p:cNvSpPr txBox="1"/>
          <p:nvPr>
            <p:ph idx="6" type="body"/>
          </p:nvPr>
        </p:nvSpPr>
        <p:spPr>
          <a:xfrm>
            <a:off x="4888913" y="3424122"/>
            <a:ext cx="15543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402" name="Google Shape;402;p36"/>
          <p:cNvSpPr txBox="1"/>
          <p:nvPr>
            <p:ph idx="7" type="title"/>
          </p:nvPr>
        </p:nvSpPr>
        <p:spPr>
          <a:xfrm>
            <a:off x="4888913" y="3077922"/>
            <a:ext cx="15543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03" name="Google Shape;403;p36"/>
          <p:cNvSpPr txBox="1"/>
          <p:nvPr>
            <p:ph idx="8" type="body"/>
          </p:nvPr>
        </p:nvSpPr>
        <p:spPr>
          <a:xfrm>
            <a:off x="7095563" y="3424147"/>
            <a:ext cx="15543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404" name="Google Shape;404;p36"/>
          <p:cNvSpPr txBox="1"/>
          <p:nvPr>
            <p:ph idx="9" type="title"/>
          </p:nvPr>
        </p:nvSpPr>
        <p:spPr>
          <a:xfrm>
            <a:off x="7095563" y="3077947"/>
            <a:ext cx="15543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05" name="Google Shape;405;p36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406" name="Google Shape;406;p36"/>
          <p:cNvSpPr txBox="1"/>
          <p:nvPr>
            <p:ph idx="13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407" name="Google Shape;407;p36"/>
          <p:cNvSpPr txBox="1"/>
          <p:nvPr>
            <p:ph idx="14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 Column 12">
  <p:cSld name="CUSTOM_13"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37"/>
          <p:cNvSpPr txBox="1"/>
          <p:nvPr>
            <p:ph type="title"/>
          </p:nvPr>
        </p:nvSpPr>
        <p:spPr>
          <a:xfrm>
            <a:off x="323585" y="270000"/>
            <a:ext cx="7239900" cy="7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11" name="Google Shape;411;p37"/>
          <p:cNvSpPr txBox="1"/>
          <p:nvPr>
            <p:ph idx="2" type="title"/>
          </p:nvPr>
        </p:nvSpPr>
        <p:spPr>
          <a:xfrm>
            <a:off x="323585" y="1665750"/>
            <a:ext cx="5739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12" name="Google Shape;412;p37"/>
          <p:cNvSpPr txBox="1"/>
          <p:nvPr>
            <p:ph idx="3" type="title"/>
          </p:nvPr>
        </p:nvSpPr>
        <p:spPr>
          <a:xfrm>
            <a:off x="1981475" y="1665750"/>
            <a:ext cx="5739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9pPr>
          </a:lstStyle>
          <a:p/>
        </p:txBody>
      </p:sp>
      <p:sp>
        <p:nvSpPr>
          <p:cNvPr id="413" name="Google Shape;413;p37"/>
          <p:cNvSpPr txBox="1"/>
          <p:nvPr>
            <p:ph idx="4" type="title"/>
          </p:nvPr>
        </p:nvSpPr>
        <p:spPr>
          <a:xfrm>
            <a:off x="3737000" y="1665750"/>
            <a:ext cx="5739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9pPr>
          </a:lstStyle>
          <a:p/>
        </p:txBody>
      </p:sp>
      <p:sp>
        <p:nvSpPr>
          <p:cNvPr id="414" name="Google Shape;414;p37"/>
          <p:cNvSpPr txBox="1"/>
          <p:nvPr>
            <p:ph idx="5" type="title"/>
          </p:nvPr>
        </p:nvSpPr>
        <p:spPr>
          <a:xfrm>
            <a:off x="5492525" y="1665750"/>
            <a:ext cx="5739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9pPr>
          </a:lstStyle>
          <a:p/>
        </p:txBody>
      </p:sp>
      <p:sp>
        <p:nvSpPr>
          <p:cNvPr id="415" name="Google Shape;415;p37"/>
          <p:cNvSpPr txBox="1"/>
          <p:nvPr>
            <p:ph idx="6" type="title"/>
          </p:nvPr>
        </p:nvSpPr>
        <p:spPr>
          <a:xfrm>
            <a:off x="7265700" y="1665750"/>
            <a:ext cx="5739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9pPr>
          </a:lstStyle>
          <a:p/>
        </p:txBody>
      </p:sp>
      <p:sp>
        <p:nvSpPr>
          <p:cNvPr id="416" name="Google Shape;416;p37"/>
          <p:cNvSpPr txBox="1"/>
          <p:nvPr>
            <p:ph idx="1" type="subTitle"/>
          </p:nvPr>
        </p:nvSpPr>
        <p:spPr>
          <a:xfrm>
            <a:off x="1981475" y="2221452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17" name="Google Shape;417;p37"/>
          <p:cNvSpPr txBox="1"/>
          <p:nvPr>
            <p:ph idx="7" type="subTitle"/>
          </p:nvPr>
        </p:nvSpPr>
        <p:spPr>
          <a:xfrm>
            <a:off x="3737000" y="2221452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18" name="Google Shape;418;p37"/>
          <p:cNvSpPr txBox="1"/>
          <p:nvPr>
            <p:ph idx="8" type="subTitle"/>
          </p:nvPr>
        </p:nvSpPr>
        <p:spPr>
          <a:xfrm>
            <a:off x="1981475" y="2786601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19" name="Google Shape;419;p37"/>
          <p:cNvSpPr txBox="1"/>
          <p:nvPr>
            <p:ph idx="9" type="subTitle"/>
          </p:nvPr>
        </p:nvSpPr>
        <p:spPr>
          <a:xfrm>
            <a:off x="3737000" y="2786601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20" name="Google Shape;420;p37"/>
          <p:cNvSpPr txBox="1"/>
          <p:nvPr>
            <p:ph idx="13" type="subTitle"/>
          </p:nvPr>
        </p:nvSpPr>
        <p:spPr>
          <a:xfrm>
            <a:off x="1981475" y="3350603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21" name="Google Shape;421;p37"/>
          <p:cNvSpPr txBox="1"/>
          <p:nvPr>
            <p:ph idx="14" type="subTitle"/>
          </p:nvPr>
        </p:nvSpPr>
        <p:spPr>
          <a:xfrm>
            <a:off x="3737000" y="3350603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22" name="Google Shape;422;p37"/>
          <p:cNvSpPr txBox="1"/>
          <p:nvPr>
            <p:ph idx="15" type="subTitle"/>
          </p:nvPr>
        </p:nvSpPr>
        <p:spPr>
          <a:xfrm>
            <a:off x="1981475" y="3915955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23" name="Google Shape;423;p37"/>
          <p:cNvSpPr txBox="1"/>
          <p:nvPr>
            <p:ph idx="16" type="subTitle"/>
          </p:nvPr>
        </p:nvSpPr>
        <p:spPr>
          <a:xfrm>
            <a:off x="3737000" y="3915955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24" name="Google Shape;424;p37"/>
          <p:cNvSpPr txBox="1"/>
          <p:nvPr>
            <p:ph idx="17" type="subTitle"/>
          </p:nvPr>
        </p:nvSpPr>
        <p:spPr>
          <a:xfrm>
            <a:off x="1981475" y="1939339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25" name="Google Shape;425;p37"/>
          <p:cNvSpPr txBox="1"/>
          <p:nvPr>
            <p:ph idx="18" type="subTitle"/>
          </p:nvPr>
        </p:nvSpPr>
        <p:spPr>
          <a:xfrm>
            <a:off x="1981475" y="2504489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26" name="Google Shape;426;p37"/>
          <p:cNvSpPr txBox="1"/>
          <p:nvPr>
            <p:ph idx="19" type="subTitle"/>
          </p:nvPr>
        </p:nvSpPr>
        <p:spPr>
          <a:xfrm>
            <a:off x="1981475" y="3068490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27" name="Google Shape;427;p37"/>
          <p:cNvSpPr txBox="1"/>
          <p:nvPr>
            <p:ph idx="20" type="subTitle"/>
          </p:nvPr>
        </p:nvSpPr>
        <p:spPr>
          <a:xfrm>
            <a:off x="1981475" y="3633842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28" name="Google Shape;428;p37"/>
          <p:cNvSpPr txBox="1"/>
          <p:nvPr>
            <p:ph idx="21" type="subTitle"/>
          </p:nvPr>
        </p:nvSpPr>
        <p:spPr>
          <a:xfrm>
            <a:off x="3737000" y="1926639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29" name="Google Shape;429;p37"/>
          <p:cNvSpPr txBox="1"/>
          <p:nvPr>
            <p:ph idx="22" type="subTitle"/>
          </p:nvPr>
        </p:nvSpPr>
        <p:spPr>
          <a:xfrm>
            <a:off x="3737000" y="2491789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30" name="Google Shape;430;p37"/>
          <p:cNvSpPr txBox="1"/>
          <p:nvPr>
            <p:ph idx="23" type="subTitle"/>
          </p:nvPr>
        </p:nvSpPr>
        <p:spPr>
          <a:xfrm>
            <a:off x="3737000" y="3055790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31" name="Google Shape;431;p37"/>
          <p:cNvSpPr txBox="1"/>
          <p:nvPr>
            <p:ph idx="24" type="subTitle"/>
          </p:nvPr>
        </p:nvSpPr>
        <p:spPr>
          <a:xfrm>
            <a:off x="3737000" y="3621142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32" name="Google Shape;432;p37"/>
          <p:cNvSpPr txBox="1"/>
          <p:nvPr>
            <p:ph idx="25" type="subTitle"/>
          </p:nvPr>
        </p:nvSpPr>
        <p:spPr>
          <a:xfrm>
            <a:off x="323585" y="2221452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33" name="Google Shape;433;p37"/>
          <p:cNvSpPr txBox="1"/>
          <p:nvPr>
            <p:ph idx="26" type="subTitle"/>
          </p:nvPr>
        </p:nvSpPr>
        <p:spPr>
          <a:xfrm>
            <a:off x="323585" y="2786601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34" name="Google Shape;434;p37"/>
          <p:cNvSpPr txBox="1"/>
          <p:nvPr>
            <p:ph idx="27" type="subTitle"/>
          </p:nvPr>
        </p:nvSpPr>
        <p:spPr>
          <a:xfrm>
            <a:off x="323585" y="3350603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35" name="Google Shape;435;p37"/>
          <p:cNvSpPr txBox="1"/>
          <p:nvPr>
            <p:ph idx="28" type="subTitle"/>
          </p:nvPr>
        </p:nvSpPr>
        <p:spPr>
          <a:xfrm>
            <a:off x="323585" y="3915955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36" name="Google Shape;436;p37"/>
          <p:cNvSpPr txBox="1"/>
          <p:nvPr>
            <p:ph idx="29" type="subTitle"/>
          </p:nvPr>
        </p:nvSpPr>
        <p:spPr>
          <a:xfrm>
            <a:off x="323585" y="1939339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37" name="Google Shape;437;p37"/>
          <p:cNvSpPr txBox="1"/>
          <p:nvPr>
            <p:ph idx="30" type="subTitle"/>
          </p:nvPr>
        </p:nvSpPr>
        <p:spPr>
          <a:xfrm>
            <a:off x="323585" y="2504489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38" name="Google Shape;438;p37"/>
          <p:cNvSpPr txBox="1"/>
          <p:nvPr>
            <p:ph idx="31" type="subTitle"/>
          </p:nvPr>
        </p:nvSpPr>
        <p:spPr>
          <a:xfrm>
            <a:off x="323585" y="3068490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39" name="Google Shape;439;p37"/>
          <p:cNvSpPr txBox="1"/>
          <p:nvPr>
            <p:ph idx="32" type="subTitle"/>
          </p:nvPr>
        </p:nvSpPr>
        <p:spPr>
          <a:xfrm>
            <a:off x="323585" y="3633842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40" name="Google Shape;440;p37"/>
          <p:cNvSpPr txBox="1"/>
          <p:nvPr>
            <p:ph idx="33" type="subTitle"/>
          </p:nvPr>
        </p:nvSpPr>
        <p:spPr>
          <a:xfrm>
            <a:off x="7265700" y="2221452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41" name="Google Shape;441;p37"/>
          <p:cNvSpPr txBox="1"/>
          <p:nvPr>
            <p:ph idx="34" type="subTitle"/>
          </p:nvPr>
        </p:nvSpPr>
        <p:spPr>
          <a:xfrm>
            <a:off x="7265700" y="2786601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42" name="Google Shape;442;p37"/>
          <p:cNvSpPr txBox="1"/>
          <p:nvPr>
            <p:ph idx="35" type="subTitle"/>
          </p:nvPr>
        </p:nvSpPr>
        <p:spPr>
          <a:xfrm>
            <a:off x="7265700" y="3350603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43" name="Google Shape;443;p37"/>
          <p:cNvSpPr txBox="1"/>
          <p:nvPr>
            <p:ph idx="36" type="subTitle"/>
          </p:nvPr>
        </p:nvSpPr>
        <p:spPr>
          <a:xfrm>
            <a:off x="7265700" y="3915955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44" name="Google Shape;444;p37"/>
          <p:cNvSpPr txBox="1"/>
          <p:nvPr>
            <p:ph idx="37" type="subTitle"/>
          </p:nvPr>
        </p:nvSpPr>
        <p:spPr>
          <a:xfrm>
            <a:off x="7265700" y="1939339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45" name="Google Shape;445;p37"/>
          <p:cNvSpPr txBox="1"/>
          <p:nvPr>
            <p:ph idx="38" type="subTitle"/>
          </p:nvPr>
        </p:nvSpPr>
        <p:spPr>
          <a:xfrm>
            <a:off x="7265700" y="2504489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46" name="Google Shape;446;p37"/>
          <p:cNvSpPr txBox="1"/>
          <p:nvPr>
            <p:ph idx="39" type="subTitle"/>
          </p:nvPr>
        </p:nvSpPr>
        <p:spPr>
          <a:xfrm>
            <a:off x="7265700" y="3068490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47" name="Google Shape;447;p37"/>
          <p:cNvSpPr txBox="1"/>
          <p:nvPr>
            <p:ph idx="40" type="subTitle"/>
          </p:nvPr>
        </p:nvSpPr>
        <p:spPr>
          <a:xfrm>
            <a:off x="7265700" y="3633842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48" name="Google Shape;448;p37"/>
          <p:cNvSpPr txBox="1"/>
          <p:nvPr>
            <p:ph idx="41" type="subTitle"/>
          </p:nvPr>
        </p:nvSpPr>
        <p:spPr>
          <a:xfrm>
            <a:off x="5492525" y="2221452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49" name="Google Shape;449;p37"/>
          <p:cNvSpPr txBox="1"/>
          <p:nvPr>
            <p:ph idx="42" type="subTitle"/>
          </p:nvPr>
        </p:nvSpPr>
        <p:spPr>
          <a:xfrm>
            <a:off x="5492525" y="2786601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50" name="Google Shape;450;p37"/>
          <p:cNvSpPr txBox="1"/>
          <p:nvPr>
            <p:ph idx="43" type="subTitle"/>
          </p:nvPr>
        </p:nvSpPr>
        <p:spPr>
          <a:xfrm>
            <a:off x="5492525" y="3350603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51" name="Google Shape;451;p37"/>
          <p:cNvSpPr txBox="1"/>
          <p:nvPr>
            <p:ph idx="44" type="subTitle"/>
          </p:nvPr>
        </p:nvSpPr>
        <p:spPr>
          <a:xfrm>
            <a:off x="5492525" y="3915955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52" name="Google Shape;452;p37"/>
          <p:cNvSpPr txBox="1"/>
          <p:nvPr>
            <p:ph idx="45" type="subTitle"/>
          </p:nvPr>
        </p:nvSpPr>
        <p:spPr>
          <a:xfrm>
            <a:off x="5492525" y="1939339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53" name="Google Shape;453;p37"/>
          <p:cNvSpPr txBox="1"/>
          <p:nvPr>
            <p:ph idx="46" type="subTitle"/>
          </p:nvPr>
        </p:nvSpPr>
        <p:spPr>
          <a:xfrm>
            <a:off x="5492525" y="2504489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54" name="Google Shape;454;p37"/>
          <p:cNvSpPr txBox="1"/>
          <p:nvPr>
            <p:ph idx="47" type="subTitle"/>
          </p:nvPr>
        </p:nvSpPr>
        <p:spPr>
          <a:xfrm>
            <a:off x="5492525" y="3068490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55" name="Google Shape;455;p37"/>
          <p:cNvSpPr txBox="1"/>
          <p:nvPr>
            <p:ph idx="48" type="subTitle"/>
          </p:nvPr>
        </p:nvSpPr>
        <p:spPr>
          <a:xfrm>
            <a:off x="5492525" y="3633842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56" name="Google Shape;456;p37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457" name="Google Shape;457;p37"/>
          <p:cNvSpPr txBox="1"/>
          <p:nvPr>
            <p:ph idx="49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458" name="Google Shape;458;p37"/>
          <p:cNvSpPr txBox="1"/>
          <p:nvPr>
            <p:ph idx="50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 Column 13">
  <p:cSld name="CUSTOM_14"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38"/>
          <p:cNvSpPr txBox="1"/>
          <p:nvPr>
            <p:ph type="title"/>
          </p:nvPr>
        </p:nvSpPr>
        <p:spPr>
          <a:xfrm>
            <a:off x="307254" y="270000"/>
            <a:ext cx="8634900" cy="7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62" name="Google Shape;462;p38"/>
          <p:cNvSpPr txBox="1"/>
          <p:nvPr>
            <p:ph idx="2" type="title"/>
          </p:nvPr>
        </p:nvSpPr>
        <p:spPr>
          <a:xfrm>
            <a:off x="307254" y="1639635"/>
            <a:ext cx="5739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63" name="Google Shape;463;p38"/>
          <p:cNvSpPr txBox="1"/>
          <p:nvPr>
            <p:ph idx="3" type="title"/>
          </p:nvPr>
        </p:nvSpPr>
        <p:spPr>
          <a:xfrm>
            <a:off x="1981475" y="1639635"/>
            <a:ext cx="10338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64" name="Google Shape;464;p38"/>
          <p:cNvSpPr txBox="1"/>
          <p:nvPr>
            <p:ph idx="4" type="title"/>
          </p:nvPr>
        </p:nvSpPr>
        <p:spPr>
          <a:xfrm>
            <a:off x="3737000" y="1639635"/>
            <a:ext cx="9285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65" name="Google Shape;465;p38"/>
          <p:cNvSpPr txBox="1"/>
          <p:nvPr>
            <p:ph idx="5" type="title"/>
          </p:nvPr>
        </p:nvSpPr>
        <p:spPr>
          <a:xfrm>
            <a:off x="5492525" y="1639635"/>
            <a:ext cx="8715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66" name="Google Shape;466;p38"/>
          <p:cNvSpPr txBox="1"/>
          <p:nvPr>
            <p:ph idx="6" type="title"/>
          </p:nvPr>
        </p:nvSpPr>
        <p:spPr>
          <a:xfrm>
            <a:off x="7265700" y="1639635"/>
            <a:ext cx="8715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67" name="Google Shape;467;p38"/>
          <p:cNvSpPr txBox="1"/>
          <p:nvPr>
            <p:ph idx="7" type="title"/>
          </p:nvPr>
        </p:nvSpPr>
        <p:spPr>
          <a:xfrm>
            <a:off x="307254" y="2052105"/>
            <a:ext cx="1074900" cy="3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68" name="Google Shape;468;p38"/>
          <p:cNvSpPr txBox="1"/>
          <p:nvPr>
            <p:ph idx="8" type="title"/>
          </p:nvPr>
        </p:nvSpPr>
        <p:spPr>
          <a:xfrm>
            <a:off x="307254" y="2610874"/>
            <a:ext cx="1074900" cy="3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69" name="Google Shape;469;p38"/>
          <p:cNvSpPr txBox="1"/>
          <p:nvPr>
            <p:ph idx="9" type="title"/>
          </p:nvPr>
        </p:nvSpPr>
        <p:spPr>
          <a:xfrm>
            <a:off x="307254" y="3171163"/>
            <a:ext cx="1074900" cy="3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0" name="Google Shape;470;p38"/>
          <p:cNvSpPr txBox="1"/>
          <p:nvPr>
            <p:ph idx="13" type="title"/>
          </p:nvPr>
        </p:nvSpPr>
        <p:spPr>
          <a:xfrm>
            <a:off x="307254" y="3729825"/>
            <a:ext cx="1074900" cy="3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1" name="Google Shape;471;p38"/>
          <p:cNvSpPr txBox="1"/>
          <p:nvPr>
            <p:ph idx="14" type="title"/>
          </p:nvPr>
        </p:nvSpPr>
        <p:spPr>
          <a:xfrm>
            <a:off x="1981475" y="2139560"/>
            <a:ext cx="10338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72" name="Google Shape;472;p38"/>
          <p:cNvSpPr txBox="1"/>
          <p:nvPr>
            <p:ph idx="15" type="title"/>
          </p:nvPr>
        </p:nvSpPr>
        <p:spPr>
          <a:xfrm>
            <a:off x="3737000" y="2139560"/>
            <a:ext cx="9285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73" name="Google Shape;473;p38"/>
          <p:cNvSpPr txBox="1"/>
          <p:nvPr>
            <p:ph idx="16" type="title"/>
          </p:nvPr>
        </p:nvSpPr>
        <p:spPr>
          <a:xfrm>
            <a:off x="5492525" y="2139560"/>
            <a:ext cx="8715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74" name="Google Shape;474;p38"/>
          <p:cNvSpPr txBox="1"/>
          <p:nvPr>
            <p:ph idx="17" type="title"/>
          </p:nvPr>
        </p:nvSpPr>
        <p:spPr>
          <a:xfrm>
            <a:off x="7265700" y="2139560"/>
            <a:ext cx="8715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75" name="Google Shape;475;p38"/>
          <p:cNvSpPr txBox="1"/>
          <p:nvPr>
            <p:ph idx="18" type="title"/>
          </p:nvPr>
        </p:nvSpPr>
        <p:spPr>
          <a:xfrm>
            <a:off x="1981475" y="2703596"/>
            <a:ext cx="10338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76" name="Google Shape;476;p38"/>
          <p:cNvSpPr txBox="1"/>
          <p:nvPr>
            <p:ph idx="19" type="title"/>
          </p:nvPr>
        </p:nvSpPr>
        <p:spPr>
          <a:xfrm>
            <a:off x="3737000" y="2703596"/>
            <a:ext cx="9285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77" name="Google Shape;477;p38"/>
          <p:cNvSpPr txBox="1"/>
          <p:nvPr>
            <p:ph idx="20" type="title"/>
          </p:nvPr>
        </p:nvSpPr>
        <p:spPr>
          <a:xfrm>
            <a:off x="5492525" y="2703596"/>
            <a:ext cx="8715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78" name="Google Shape;478;p38"/>
          <p:cNvSpPr txBox="1"/>
          <p:nvPr>
            <p:ph idx="21" type="title"/>
          </p:nvPr>
        </p:nvSpPr>
        <p:spPr>
          <a:xfrm>
            <a:off x="7265700" y="2703596"/>
            <a:ext cx="8715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79" name="Google Shape;479;p38"/>
          <p:cNvSpPr txBox="1"/>
          <p:nvPr>
            <p:ph idx="22" type="title"/>
          </p:nvPr>
        </p:nvSpPr>
        <p:spPr>
          <a:xfrm>
            <a:off x="1981475" y="3240547"/>
            <a:ext cx="10338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80" name="Google Shape;480;p38"/>
          <p:cNvSpPr txBox="1"/>
          <p:nvPr>
            <p:ph idx="23" type="title"/>
          </p:nvPr>
        </p:nvSpPr>
        <p:spPr>
          <a:xfrm>
            <a:off x="3737000" y="3240547"/>
            <a:ext cx="9285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81" name="Google Shape;481;p38"/>
          <p:cNvSpPr txBox="1"/>
          <p:nvPr>
            <p:ph idx="24" type="title"/>
          </p:nvPr>
        </p:nvSpPr>
        <p:spPr>
          <a:xfrm>
            <a:off x="5492525" y="3240547"/>
            <a:ext cx="8715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82" name="Google Shape;482;p38"/>
          <p:cNvSpPr txBox="1"/>
          <p:nvPr>
            <p:ph idx="25" type="title"/>
          </p:nvPr>
        </p:nvSpPr>
        <p:spPr>
          <a:xfrm>
            <a:off x="7265700" y="3240547"/>
            <a:ext cx="8715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83" name="Google Shape;483;p38"/>
          <p:cNvSpPr txBox="1"/>
          <p:nvPr>
            <p:ph idx="26" type="title"/>
          </p:nvPr>
        </p:nvSpPr>
        <p:spPr>
          <a:xfrm>
            <a:off x="1981475" y="3783794"/>
            <a:ext cx="10338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84" name="Google Shape;484;p38"/>
          <p:cNvSpPr txBox="1"/>
          <p:nvPr>
            <p:ph idx="27" type="title"/>
          </p:nvPr>
        </p:nvSpPr>
        <p:spPr>
          <a:xfrm>
            <a:off x="3737000" y="3783794"/>
            <a:ext cx="9285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85" name="Google Shape;485;p38"/>
          <p:cNvSpPr txBox="1"/>
          <p:nvPr>
            <p:ph idx="28" type="title"/>
          </p:nvPr>
        </p:nvSpPr>
        <p:spPr>
          <a:xfrm>
            <a:off x="5492525" y="3783794"/>
            <a:ext cx="8715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86" name="Google Shape;486;p38"/>
          <p:cNvSpPr txBox="1"/>
          <p:nvPr>
            <p:ph idx="29" type="title"/>
          </p:nvPr>
        </p:nvSpPr>
        <p:spPr>
          <a:xfrm>
            <a:off x="7265700" y="3783794"/>
            <a:ext cx="8715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87" name="Google Shape;487;p38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488" name="Google Shape;488;p38"/>
          <p:cNvSpPr txBox="1"/>
          <p:nvPr>
            <p:ph idx="1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489" name="Google Shape;489;p38"/>
          <p:cNvSpPr txBox="1"/>
          <p:nvPr>
            <p:ph idx="30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. Other explorations 1">
  <p:cSld name="CUSTOM_15_1"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39"/>
          <p:cNvSpPr txBox="1"/>
          <p:nvPr>
            <p:ph type="title"/>
          </p:nvPr>
        </p:nvSpPr>
        <p:spPr>
          <a:xfrm>
            <a:off x="317550" y="280950"/>
            <a:ext cx="3477300" cy="24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300"/>
              <a:buNone/>
              <a:defRPr sz="6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3" name="Google Shape;493;p39"/>
          <p:cNvSpPr txBox="1"/>
          <p:nvPr>
            <p:ph idx="1" type="subTitle"/>
          </p:nvPr>
        </p:nvSpPr>
        <p:spPr>
          <a:xfrm>
            <a:off x="317550" y="3167239"/>
            <a:ext cx="2901900" cy="4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Urbanist SemiBold"/>
              <a:buNone/>
              <a:defRPr sz="15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4" name="Google Shape;494;p39"/>
          <p:cNvSpPr txBox="1"/>
          <p:nvPr>
            <p:ph idx="2" type="title"/>
          </p:nvPr>
        </p:nvSpPr>
        <p:spPr>
          <a:xfrm>
            <a:off x="5672366" y="-446192"/>
            <a:ext cx="29121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95" name="Google Shape;495;p39"/>
          <p:cNvSpPr txBox="1"/>
          <p:nvPr>
            <p:ph idx="3" type="title"/>
          </p:nvPr>
        </p:nvSpPr>
        <p:spPr>
          <a:xfrm>
            <a:off x="5672366" y="-23080"/>
            <a:ext cx="29121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96" name="Google Shape;496;p39"/>
          <p:cNvSpPr txBox="1"/>
          <p:nvPr>
            <p:ph idx="4" type="title"/>
          </p:nvPr>
        </p:nvSpPr>
        <p:spPr>
          <a:xfrm>
            <a:off x="5672366" y="400020"/>
            <a:ext cx="29121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97" name="Google Shape;497;p39"/>
          <p:cNvSpPr txBox="1"/>
          <p:nvPr>
            <p:ph idx="5" type="title"/>
          </p:nvPr>
        </p:nvSpPr>
        <p:spPr>
          <a:xfrm>
            <a:off x="5672366" y="823120"/>
            <a:ext cx="29121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98" name="Google Shape;498;p39"/>
          <p:cNvSpPr txBox="1"/>
          <p:nvPr>
            <p:ph idx="6" type="title"/>
          </p:nvPr>
        </p:nvSpPr>
        <p:spPr>
          <a:xfrm>
            <a:off x="5672366" y="1246220"/>
            <a:ext cx="29121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99" name="Google Shape;499;p39"/>
          <p:cNvSpPr txBox="1"/>
          <p:nvPr>
            <p:ph idx="7" type="title"/>
          </p:nvPr>
        </p:nvSpPr>
        <p:spPr>
          <a:xfrm>
            <a:off x="5672366" y="1669320"/>
            <a:ext cx="29121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00" name="Google Shape;500;p39"/>
          <p:cNvSpPr txBox="1"/>
          <p:nvPr>
            <p:ph idx="8" type="title"/>
          </p:nvPr>
        </p:nvSpPr>
        <p:spPr>
          <a:xfrm>
            <a:off x="5672366" y="2092420"/>
            <a:ext cx="29121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01" name="Google Shape;501;p39"/>
          <p:cNvSpPr txBox="1"/>
          <p:nvPr>
            <p:ph idx="9" type="title"/>
          </p:nvPr>
        </p:nvSpPr>
        <p:spPr>
          <a:xfrm>
            <a:off x="5672366" y="2515520"/>
            <a:ext cx="29121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02" name="Google Shape;502;p39"/>
          <p:cNvSpPr txBox="1"/>
          <p:nvPr>
            <p:ph idx="13" type="title"/>
          </p:nvPr>
        </p:nvSpPr>
        <p:spPr>
          <a:xfrm>
            <a:off x="5672366" y="2938620"/>
            <a:ext cx="29121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03" name="Google Shape;503;p39"/>
          <p:cNvSpPr txBox="1"/>
          <p:nvPr>
            <p:ph idx="14" type="title"/>
          </p:nvPr>
        </p:nvSpPr>
        <p:spPr>
          <a:xfrm>
            <a:off x="5672366" y="-789917"/>
            <a:ext cx="29121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04" name="Google Shape;504;p39"/>
          <p:cNvSpPr txBox="1"/>
          <p:nvPr>
            <p:ph idx="15" type="title"/>
          </p:nvPr>
        </p:nvSpPr>
        <p:spPr>
          <a:xfrm>
            <a:off x="5672366" y="3361720"/>
            <a:ext cx="29121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05" name="Google Shape;505;p39"/>
          <p:cNvSpPr txBox="1"/>
          <p:nvPr>
            <p:ph idx="16" type="title"/>
          </p:nvPr>
        </p:nvSpPr>
        <p:spPr>
          <a:xfrm>
            <a:off x="5672366" y="3784820"/>
            <a:ext cx="29121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06" name="Google Shape;506;p39"/>
          <p:cNvSpPr txBox="1"/>
          <p:nvPr>
            <p:ph idx="17" type="title"/>
          </p:nvPr>
        </p:nvSpPr>
        <p:spPr>
          <a:xfrm>
            <a:off x="5672366" y="4207920"/>
            <a:ext cx="29121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07" name="Google Shape;507;p39"/>
          <p:cNvSpPr txBox="1"/>
          <p:nvPr>
            <p:ph idx="18" type="title"/>
          </p:nvPr>
        </p:nvSpPr>
        <p:spPr>
          <a:xfrm>
            <a:off x="5672366" y="4631020"/>
            <a:ext cx="29121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4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30000" y="346200"/>
            <a:ext cx="8634900" cy="7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Urbanist ExtraBold"/>
              <a:buNone/>
              <a:defRPr b="0" i="0" sz="2600" u="none" cap="none" strike="noStrike">
                <a:solidFill>
                  <a:schemeClr val="dk1"/>
                </a:solidFill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3800" y="1724488"/>
            <a:ext cx="8638979" cy="2763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DM Sans"/>
              <a:buChar char="•"/>
              <a:defRPr b="0" i="0" sz="11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17500" lvl="1" marL="914400" marR="0" rtl="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DM Sans"/>
              <a:buChar char="•"/>
              <a:def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DM Sans"/>
              <a:buChar char="•"/>
              <a:defRPr b="0"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298450" lvl="3" marL="1828800" marR="0" rtl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DM Sans"/>
              <a:buChar char="•"/>
              <a:defRPr b="0" i="0" sz="11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298450" lvl="4" marL="2286000" marR="0" rtl="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DM Sans"/>
              <a:buChar char="•"/>
              <a:defRPr b="0" i="0" sz="11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•"/>
              <a:def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•"/>
              <a:def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•"/>
              <a:def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•"/>
              <a:def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58">
          <p15:clr>
            <a:srgbClr val="C35EA4"/>
          </p15:clr>
        </p15:guide>
        <p15:guide id="2" pos="5602">
          <p15:clr>
            <a:srgbClr val="C35EA4"/>
          </p15:clr>
        </p15:guide>
        <p15:guide id="3" orient="horz" pos="3083">
          <p15:clr>
            <a:srgbClr val="C35EA4"/>
          </p15:clr>
        </p15:guide>
        <p15:guide id="4" orient="horz" pos="168">
          <p15:clr>
            <a:srgbClr val="C35EA4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jpg"/><Relationship Id="rId3" Type="http://schemas.openxmlformats.org/officeDocument/2006/relationships/hyperlink" Target="https://example.com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title-bg.jpg"/>
          <p:cNvPicPr>
            <a:picLocks noGrp="1" noChangeAspect="1"/>
          </p:cNvPicPr>
          <p:nvPr>
            <p:ph type="pic" idx="2"/>
          </p:nvPr>
        </p:nvPicPr>
        <p:blipFill>
          <a:blip r:embed="rId2"/>
          <a:srcRect/>
          <a:stretch>
            <a:fillRect/>
          </a:stretch>
        </p:blipFill>
        <p:spPr/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Subtitle 3"/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5600">
                <a:solidFill>
                  <a:srgbClr val="FFFFFF"/>
                </a:solidFill>
                <a:latin typeface="Arial"/>
              </a:rPr>
              <a:t>Project Horizon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5600">
                <a:solidFill>
                  <a:srgbClr val="205493"/>
                </a:solidFill>
                <a:latin typeface="Arial"/>
              </a:rPr>
              <a:t>Next-Gen Developer Platform</a:t>
            </a:r>
          </a:p>
          <a:p>
            <a:pPr algn="l">
              <a:spcBef>
                <a:spcPts val="1600"/>
              </a:spcBef>
            </a:pPr>
            <a:r>
              <a:rPr sz="1600">
                <a:solidFill>
                  <a:srgbClr val="FFFFFF"/>
                </a:solidFill>
                <a:latin typeface="Arial"/>
              </a:rPr>
              <a:t>Platform Engineering | Q2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Agenda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0040" y="4745736"/>
            <a:ext cx="3931920" cy="155448"/>
          </a:xfrm>
        </p:spPr>
        <p:txBody>
          <a:bodyPr wrap="none"/>
          <a:lstStyle/>
          <a:p>
            <a:pPr algn="ctr"/>
            <a:r>
              <a:t>Project Horizon: Next-Gen Developer Platform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>
          <a:xfrm>
            <a:off x="4892040" y="4745736"/>
            <a:ext cx="3931920" cy="155448"/>
          </a:xfrm>
        </p:spPr>
        <p:txBody>
          <a:bodyPr wrap="none"/>
          <a:lstStyle/>
          <a:p>
            <a:pPr algn="ctr"/>
            <a:r>
              <a:t>2026-Q2</a:t>
            </a:r>
          </a:p>
        </p:txBody>
      </p:sp>
      <p:pic>
        <p:nvPicPr>
          <p:cNvPr id="5" name="Picture 4" descr="agenda-lef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777240"/>
            <a:ext cx="3602736" cy="3611879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4572000" y="777240"/>
            <a:ext cx="4224528" cy="0"/>
          </a:xfrm>
          <a:prstGeom prst="line">
            <a:avLst/>
          </a:prstGeom>
          <a:ln w="9525">
            <a:solidFill>
              <a:srgbClr val="112E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663440" y="886968"/>
            <a:ext cx="502920" cy="5288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112E51"/>
                </a:solidFill>
                <a:latin typeface="Arial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57800" y="886968"/>
            <a:ext cx="3538727" cy="528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12E51"/>
                </a:solidFill>
                <a:latin typeface="Arial"/>
              </a:rPr>
              <a:t>Current State Assessment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0" y="1379220"/>
            <a:ext cx="4224528" cy="0"/>
          </a:xfrm>
          <a:prstGeom prst="line">
            <a:avLst/>
          </a:prstGeom>
          <a:ln w="9525">
            <a:solidFill>
              <a:srgbClr val="112E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663440" y="1488948"/>
            <a:ext cx="502920" cy="5288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112E51"/>
                </a:solidFill>
                <a:latin typeface="Arial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57800" y="1488948"/>
            <a:ext cx="3538727" cy="528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12E51"/>
                </a:solidFill>
                <a:latin typeface="Arial"/>
              </a:rPr>
              <a:t>Platform Vision &amp; Pillars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572000" y="1981199"/>
            <a:ext cx="4224528" cy="0"/>
          </a:xfrm>
          <a:prstGeom prst="line">
            <a:avLst/>
          </a:prstGeom>
          <a:ln w="9525">
            <a:solidFill>
              <a:srgbClr val="112E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663440" y="2090928"/>
            <a:ext cx="502920" cy="5288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112E51"/>
                </a:solidFill>
                <a:latin typeface="Arial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57800" y="2090928"/>
            <a:ext cx="3538727" cy="528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12E51"/>
                </a:solidFill>
                <a:latin typeface="Arial"/>
              </a:rPr>
              <a:t>Adoption Roadmap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572000" y="2583179"/>
            <a:ext cx="4224528" cy="0"/>
          </a:xfrm>
          <a:prstGeom prst="line">
            <a:avLst/>
          </a:prstGeom>
          <a:ln w="9525">
            <a:solidFill>
              <a:srgbClr val="112E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663440" y="2692908"/>
            <a:ext cx="502920" cy="5288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112E51"/>
                </a:solidFill>
                <a:latin typeface="Arial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7800" y="2692908"/>
            <a:ext cx="3538727" cy="528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12E51"/>
                </a:solidFill>
                <a:latin typeface="Arial"/>
              </a:rPr>
              <a:t>Target Metrics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572000" y="3185159"/>
            <a:ext cx="4224528" cy="0"/>
          </a:xfrm>
          <a:prstGeom prst="line">
            <a:avLst/>
          </a:prstGeom>
          <a:ln w="9525">
            <a:solidFill>
              <a:srgbClr val="112E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663440" y="3294887"/>
            <a:ext cx="502920" cy="5288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112E51"/>
                </a:solidFill>
                <a:latin typeface="Arial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7800" y="3294887"/>
            <a:ext cx="3538727" cy="528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12E51"/>
                </a:solidFill>
                <a:latin typeface="Arial"/>
              </a:rPr>
              <a:t>Build vs Buy Analysis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572000" y="3787139"/>
            <a:ext cx="4224528" cy="0"/>
          </a:xfrm>
          <a:prstGeom prst="line">
            <a:avLst/>
          </a:prstGeom>
          <a:ln w="9525">
            <a:solidFill>
              <a:srgbClr val="112E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663440" y="3896867"/>
            <a:ext cx="502920" cy="5288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112E51"/>
                </a:solidFill>
                <a:latin typeface="Arial"/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57800" y="3896867"/>
            <a:ext cx="3538727" cy="528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12E51"/>
                </a:solidFill>
                <a:latin typeface="Arial"/>
              </a:rPr>
              <a:t>Projected Impact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572000" y="4389119"/>
            <a:ext cx="4224528" cy="0"/>
          </a:xfrm>
          <a:prstGeom prst="line">
            <a:avLst/>
          </a:prstGeom>
          <a:ln w="9525">
            <a:solidFill>
              <a:srgbClr val="112E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Current State — Where We Are Today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0040" y="4745736"/>
            <a:ext cx="3931920" cy="155448"/>
          </a:xfrm>
        </p:spPr>
        <p:txBody>
          <a:bodyPr wrap="none"/>
          <a:lstStyle/>
          <a:p>
            <a:pPr algn="ctr"/>
            <a:r>
              <a:t>Project Horizon: Next-Gen Developer Platform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>
          <a:xfrm>
            <a:off x="4892040" y="4745736"/>
            <a:ext cx="3931920" cy="155448"/>
          </a:xfrm>
        </p:spPr>
        <p:txBody>
          <a:bodyPr wrap="none"/>
          <a:lstStyle/>
          <a:p>
            <a:pPr algn="ctr"/>
            <a:r>
              <a:t>2026-Q2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17720" y="1078992"/>
            <a:ext cx="4160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12E51"/>
                </a:solidFill>
                <a:latin typeface="Arial"/>
              </a:rPr>
              <a:t>Pain Points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17720" y="1353312"/>
            <a:ext cx="4160520" cy="1031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B1B1B"/>
                </a:solidFill>
                <a:latin typeface="Arial"/>
              </a:rPr>
              <a:t>45-minute average deploy cycle</a:t>
            </a:r>
          </a:p>
          <a:p/>
          <a:p>
            <a:r>
              <a:rPr sz="1000">
                <a:solidFill>
                  <a:srgbClr val="1B1B1B"/>
                </a:solidFill>
                <a:latin typeface="Arial"/>
              </a:rPr>
              <a:t>3.2 incidents per week from config drift</a:t>
            </a:r>
          </a:p>
          <a:p/>
          <a:p>
            <a:r>
              <a:rPr sz="1000">
                <a:solidFill>
                  <a:srgbClr val="1B1B1B"/>
                </a:solidFill>
                <a:latin typeface="Arial"/>
              </a:rPr>
              <a:t>14 days to onboard a new engineer</a:t>
            </a:r>
          </a:p>
          <a:p/>
          <a:p>
            <a:r>
              <a:rPr sz="1000">
                <a:solidFill>
                  <a:srgbClr val="1B1B1B"/>
                </a:solidFill>
                <a:latin typeface="Arial"/>
              </a:rPr>
              <a:t>No standardized service templates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114800" y="2521712"/>
            <a:ext cx="4663440" cy="0"/>
          </a:xfrm>
          <a:prstGeom prst="line">
            <a:avLst/>
          </a:prstGeom>
          <a:ln w="9525">
            <a:solidFill>
              <a:srgbClr val="112E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617720" y="2704591"/>
            <a:ext cx="4160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12E51"/>
                </a:solidFill>
                <a:latin typeface="Arial"/>
              </a:rPr>
              <a:t>Target State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2978911"/>
            <a:ext cx="4160520" cy="1031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B1B1B"/>
                </a:solidFill>
                <a:latin typeface="Arial"/>
              </a:rPr>
              <a:t>Sub-5-minute deploys via self-service CI/CD</a:t>
            </a:r>
          </a:p>
          <a:p/>
          <a:p>
            <a:r>
              <a:rPr sz="1000">
                <a:solidFill>
                  <a:srgbClr val="1B1B1B"/>
                </a:solidFill>
                <a:latin typeface="Arial"/>
              </a:rPr>
              <a:t>Zero-drift infrastructure as code</a:t>
            </a:r>
          </a:p>
          <a:p/>
          <a:p>
            <a:r>
              <a:rPr sz="1000">
                <a:solidFill>
                  <a:srgbClr val="1B1B1B"/>
                </a:solidFill>
                <a:latin typeface="Arial"/>
              </a:rPr>
              <a:t>2-day engineer onboarding</a:t>
            </a:r>
          </a:p>
          <a:p/>
          <a:p>
            <a:r>
              <a:rPr sz="1000">
                <a:solidFill>
                  <a:srgbClr val="1B1B1B"/>
                </a:solidFill>
                <a:latin typeface="Arial"/>
              </a:rPr>
              <a:t>Golden paths for every service type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896111"/>
            <a:ext cx="3474720" cy="337413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ink-01-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59" y="1261872"/>
            <a:ext cx="457200" cy="457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34440" y="1170431"/>
            <a:ext cx="2560320" cy="57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>
                <a:solidFill>
                  <a:srgbClr val="112E51"/>
                </a:solidFill>
                <a:latin typeface="Arial"/>
              </a:rPr>
              <a:t>45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1786127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B1B1B"/>
                </a:solidFill>
                <a:latin typeface="Arial"/>
              </a:rPr>
              <a:t>Deploy Cycle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94359" y="2087880"/>
            <a:ext cx="2926080" cy="0"/>
          </a:xfrm>
          <a:prstGeom prst="line">
            <a:avLst/>
          </a:prstGeom>
          <a:ln w="6350">
            <a:solidFill>
              <a:srgbClr val="AEB0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Picture 14" descr="pink-02-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59" y="2252472"/>
            <a:ext cx="457200" cy="4572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234440" y="2161032"/>
            <a:ext cx="2560320" cy="57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>
                <a:solidFill>
                  <a:srgbClr val="112E51"/>
                </a:solidFill>
                <a:latin typeface="Arial"/>
              </a:rPr>
              <a:t>3.2/wk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277672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B1B1B"/>
                </a:solidFill>
                <a:latin typeface="Arial"/>
              </a:rPr>
              <a:t>Config Incidents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4359" y="3078480"/>
            <a:ext cx="2926080" cy="0"/>
          </a:xfrm>
          <a:prstGeom prst="line">
            <a:avLst/>
          </a:prstGeom>
          <a:ln w="6350">
            <a:solidFill>
              <a:srgbClr val="AEB0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234440" y="3151632"/>
            <a:ext cx="2560320" cy="57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>
                <a:solidFill>
                  <a:srgbClr val="112E51"/>
                </a:solidFill>
                <a:latin typeface="Arial"/>
              </a:rPr>
              <a:t>14 days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376732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B1B1B"/>
                </a:solidFill>
                <a:latin typeface="Arial"/>
              </a:rPr>
              <a:t>Onboarding Time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Platform Pillars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0040" y="4745736"/>
            <a:ext cx="3931920" cy="155448"/>
          </a:xfrm>
        </p:spPr>
        <p:txBody>
          <a:bodyPr wrap="none"/>
          <a:lstStyle/>
          <a:p>
            <a:pPr algn="ctr"/>
            <a:r>
              <a:t>Project Horizon: Next-Gen Developer Platform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>
          <a:xfrm>
            <a:off x="4892040" y="4745736"/>
            <a:ext cx="3931920" cy="155448"/>
          </a:xfrm>
        </p:spPr>
        <p:txBody>
          <a:bodyPr wrap="none"/>
          <a:lstStyle/>
          <a:p>
            <a:pPr algn="ctr"/>
            <a:r>
              <a:t>2026-Q2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904238"/>
            <a:ext cx="2057400" cy="1540763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2013966"/>
            <a:ext cx="183794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12E51"/>
                </a:solidFill>
                <a:latin typeface="Arial"/>
              </a:rPr>
              <a:t>Self-Service Infrastructure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" y="2343150"/>
            <a:ext cx="1837943" cy="9921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1B1B1B"/>
                </a:solidFill>
                <a:latin typeface="Arial"/>
              </a:rPr>
              <a:t>Terraform modules with guardrails</a:t>
            </a:r>
          </a:p>
          <a:p/>
          <a:p>
            <a:r>
              <a:rPr sz="900">
                <a:solidFill>
                  <a:srgbClr val="1B1B1B"/>
                </a:solidFill>
                <a:latin typeface="Arial"/>
              </a:rPr>
              <a:t>One-click environment provisioning</a:t>
            </a:r>
          </a:p>
          <a:p/>
          <a:p>
            <a:r>
              <a:rPr sz="900">
                <a:solidFill>
                  <a:srgbClr val="1B1B1B"/>
                </a:solidFill>
                <a:latin typeface="Arial"/>
              </a:rPr>
              <a:t>Cost-aware resource defaults</a:t>
            </a:r>
          </a:p>
        </p:txBody>
      </p:sp>
      <p:sp>
        <p:nvSpPr>
          <p:cNvPr id="8" name="Rectangle 7"/>
          <p:cNvSpPr/>
          <p:nvPr/>
        </p:nvSpPr>
        <p:spPr>
          <a:xfrm>
            <a:off x="2468880" y="1904238"/>
            <a:ext cx="2057400" cy="1540763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78608" y="2013966"/>
            <a:ext cx="183794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12E51"/>
                </a:solidFill>
                <a:latin typeface="Arial"/>
              </a:rPr>
              <a:t>CI/CD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78608" y="2343150"/>
            <a:ext cx="1837943" cy="672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1B1B1B"/>
                </a:solidFill>
                <a:latin typeface="Arial"/>
              </a:rPr>
              <a:t>Standardized build and deploy</a:t>
            </a:r>
          </a:p>
          <a:p/>
          <a:p>
            <a:r>
              <a:rPr sz="900">
                <a:solidFill>
                  <a:srgbClr val="1B1B1B"/>
                </a:solidFill>
                <a:latin typeface="Arial"/>
              </a:rPr>
              <a:t>Automatic security scanning</a:t>
            </a:r>
          </a:p>
          <a:p/>
          <a:p>
            <a:r>
              <a:rPr sz="900">
                <a:solidFill>
                  <a:srgbClr val="1B1B1B"/>
                </a:solidFill>
                <a:latin typeface="Arial"/>
              </a:rPr>
              <a:t>Canary deployments by default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17720" y="1904238"/>
            <a:ext cx="2057400" cy="1540763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27448" y="2013966"/>
            <a:ext cx="183794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12E51"/>
                </a:solidFill>
                <a:latin typeface="Arial"/>
              </a:rPr>
              <a:t>Service Catalog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27448" y="2343150"/>
            <a:ext cx="1837943" cy="83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1B1B1B"/>
                </a:solidFill>
                <a:latin typeface="Arial"/>
              </a:rPr>
              <a:t>Golden path service templates</a:t>
            </a:r>
          </a:p>
          <a:p/>
          <a:p>
            <a:r>
              <a:rPr sz="900">
                <a:solidFill>
                  <a:srgbClr val="1B1B1B"/>
                </a:solidFill>
                <a:latin typeface="Arial"/>
              </a:rPr>
              <a:t>API-first design standards</a:t>
            </a:r>
          </a:p>
          <a:p/>
          <a:p>
            <a:r>
              <a:rPr sz="900">
                <a:solidFill>
                  <a:srgbClr val="1B1B1B"/>
                </a:solidFill>
                <a:latin typeface="Arial"/>
              </a:rPr>
              <a:t>Ownership and dependency tracking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66560" y="1904238"/>
            <a:ext cx="2057400" cy="1540763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76288" y="2013966"/>
            <a:ext cx="183794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12E51"/>
                </a:solidFill>
                <a:latin typeface="Arial"/>
              </a:rPr>
              <a:t>Observability Stack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76288" y="2343150"/>
            <a:ext cx="1837943" cy="672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1B1B1B"/>
                </a:solidFill>
                <a:latin typeface="Arial"/>
              </a:rPr>
              <a:t>Unified metrics and tracing</a:t>
            </a:r>
          </a:p>
          <a:p/>
          <a:p>
            <a:r>
              <a:rPr sz="900">
                <a:solidFill>
                  <a:srgbClr val="1B1B1B"/>
                </a:solidFill>
                <a:latin typeface="Arial"/>
              </a:rPr>
              <a:t>SLA-driven alerting</a:t>
            </a:r>
          </a:p>
          <a:p/>
          <a:p>
            <a:r>
              <a:rPr sz="900">
                <a:solidFill>
                  <a:srgbClr val="1B1B1B"/>
                </a:solidFill>
                <a:latin typeface="Arial"/>
              </a:rPr>
              <a:t>Real-time cost dashboards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Adoption Roadmap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0040" y="4745736"/>
            <a:ext cx="3931920" cy="155448"/>
          </a:xfrm>
        </p:spPr>
        <p:txBody>
          <a:bodyPr wrap="none"/>
          <a:lstStyle/>
          <a:p>
            <a:pPr algn="ctr"/>
            <a:r>
              <a:t>Project Horizon: Next-Gen Developer Platform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>
          <a:xfrm>
            <a:off x="4892040" y="4745736"/>
            <a:ext cx="3931920" cy="155448"/>
          </a:xfrm>
        </p:spPr>
        <p:txBody>
          <a:bodyPr wrap="none"/>
          <a:lstStyle/>
          <a:p>
            <a:pPr algn="ctr"/>
            <a:r>
              <a:t>2026-Q2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" y="2057400"/>
          <a:ext cx="8503917" cy="128016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1776184"/>
                <a:gridCol w="2964533"/>
                <a:gridCol w="2420531"/>
                <a:gridCol w="1342669"/>
              </a:tblGrid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Phase</a:t>
                      </a:r>
                    </a:p>
                  </a:txBody>
                  <a:tcPr marL="73152" marR="45720" marT="36576" marB="36576">
                    <a:solidFill>
                      <a:srgbClr val="112E51"/>
                    </a:solidFill>
                    <a:lnL w="6350" cmpd="sng">
                      <a:solidFill>
                        <a:srgbClr val="D0D0D0"/>
                      </a:solidFill>
                    </a:lnL>
                    <a:lnR w="6350" cmpd="sng">
                      <a:solidFill>
                        <a:srgbClr val="D0D0D0"/>
                      </a:solidFill>
                    </a:lnR>
                    <a:lnT w="0" cmpd="sng">
                      <a:noFill/>
                    </a:lnT>
                    <a:lnB w="19050" cmpd="sng">
                      <a:solidFill>
                        <a:srgbClr val="FF80D4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Scope</a:t>
                      </a:r>
                    </a:p>
                  </a:txBody>
                  <a:tcPr marL="73152" marR="45720" marT="36576" marB="36576">
                    <a:solidFill>
                      <a:srgbClr val="112E51"/>
                    </a:solidFill>
                    <a:lnL w="6350" cmpd="sng">
                      <a:solidFill>
                        <a:srgbClr val="D0D0D0"/>
                      </a:solidFill>
                    </a:lnL>
                    <a:lnR w="6350" cmpd="sng">
                      <a:solidFill>
                        <a:srgbClr val="D0D0D0"/>
                      </a:solidFill>
                    </a:lnR>
                    <a:lnT w="0" cmpd="sng">
                      <a:noFill/>
                    </a:lnT>
                    <a:lnB w="19050" cmpd="sng">
                      <a:solidFill>
                        <a:srgbClr val="FF80D4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Teams</a:t>
                      </a:r>
                    </a:p>
                  </a:txBody>
                  <a:tcPr marL="73152" marR="45720" marT="36576" marB="36576">
                    <a:solidFill>
                      <a:srgbClr val="112E51"/>
                    </a:solidFill>
                    <a:lnL w="6350" cmpd="sng">
                      <a:solidFill>
                        <a:srgbClr val="D0D0D0"/>
                      </a:solidFill>
                    </a:lnL>
                    <a:lnR w="6350" cmpd="sng">
                      <a:solidFill>
                        <a:srgbClr val="D0D0D0"/>
                      </a:solidFill>
                    </a:lnR>
                    <a:lnT w="0" cmpd="sng">
                      <a:noFill/>
                    </a:lnT>
                    <a:lnB w="19050" cmpd="sng">
                      <a:solidFill>
                        <a:srgbClr val="FF80D4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Timeline</a:t>
                      </a:r>
                    </a:p>
                  </a:txBody>
                  <a:tcPr marL="73152" marR="45720" marT="36576" marB="36576">
                    <a:solidFill>
                      <a:srgbClr val="112E51"/>
                    </a:solidFill>
                    <a:lnL w="6350" cmpd="sng">
                      <a:solidFill>
                        <a:srgbClr val="D0D0D0"/>
                      </a:solidFill>
                    </a:lnL>
                    <a:lnR w="6350" cmpd="sng">
                      <a:solidFill>
                        <a:srgbClr val="D0D0D0"/>
                      </a:solidFill>
                    </a:lnR>
                    <a:lnT w="0" cmpd="sng">
                      <a:noFill/>
                    </a:lnT>
                    <a:lnB w="19050" cmpd="sng">
                      <a:solidFill>
                        <a:srgbClr val="FF80D4"/>
                      </a:solidFill>
                    </a:lnB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12E51"/>
                          </a:solidFill>
                          <a:latin typeface="Arial"/>
                        </a:rPr>
                        <a:t>Foundation</a:t>
                      </a:r>
                    </a:p>
                  </a:txBody>
                  <a:tcPr marL="73152" marR="45720" marT="27432" marB="27432">
                    <a:lnL w="6350" cmpd="sng">
                      <a:solidFill>
                        <a:srgbClr val="D0D0D0"/>
                      </a:solidFill>
                    </a:lnL>
                    <a:lnR w="6350" cmpd="sng">
                      <a:solidFill>
                        <a:srgbClr val="D0D0D0"/>
                      </a:solidFill>
                    </a:lnR>
                    <a:lnT w="6350" cmpd="sng">
                      <a:solidFill>
                        <a:srgbClr val="D0D0D0"/>
                      </a:solidFill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B1B1B"/>
                          </a:solidFill>
                          <a:latin typeface="Arial"/>
                        </a:rPr>
                        <a:t>CI/CD pipeline, service catalog</a:t>
                      </a:r>
                    </a:p>
                  </a:txBody>
                  <a:tcPr marL="73152" marR="45720" marT="27432" marB="27432">
                    <a:lnL w="6350" cmpd="sng">
                      <a:solidFill>
                        <a:srgbClr val="D0D0D0"/>
                      </a:solidFill>
                    </a:lnL>
                    <a:lnR w="6350" cmpd="sng">
                      <a:solidFill>
                        <a:srgbClr val="D0D0D0"/>
                      </a:solidFill>
                    </a:lnR>
                    <a:lnT w="6350" cmpd="sng">
                      <a:solidFill>
                        <a:srgbClr val="D0D0D0"/>
                      </a:solidFill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B1B1B"/>
                          </a:solidFill>
                          <a:latin typeface="Arial"/>
                        </a:rPr>
                        <a:t>Platform + 2 pilot teams</a:t>
                      </a:r>
                    </a:p>
                  </a:txBody>
                  <a:tcPr marL="73152" marR="45720" marT="27432" marB="27432">
                    <a:lnL w="6350" cmpd="sng">
                      <a:solidFill>
                        <a:srgbClr val="D0D0D0"/>
                      </a:solidFill>
                    </a:lnL>
                    <a:lnR w="6350" cmpd="sng">
                      <a:solidFill>
                        <a:srgbClr val="D0D0D0"/>
                      </a:solidFill>
                    </a:lnR>
                    <a:lnT w="6350" cmpd="sng">
                      <a:solidFill>
                        <a:srgbClr val="D0D0D0"/>
                      </a:solidFill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B1B1B"/>
                          </a:solidFill>
                          <a:latin typeface="Arial"/>
                        </a:rPr>
                        <a:t>Q2 2026</a:t>
                      </a:r>
                    </a:p>
                  </a:txBody>
                  <a:tcPr marL="73152" marR="45720" marT="27432" marB="27432">
                    <a:lnL w="6350" cmpd="sng">
                      <a:solidFill>
                        <a:srgbClr val="D0D0D0"/>
                      </a:solidFill>
                    </a:lnL>
                    <a:lnR w="6350" cmpd="sng">
                      <a:solidFill>
                        <a:srgbClr val="D0D0D0"/>
                      </a:solidFill>
                    </a:lnR>
                    <a:lnT w="6350" cmpd="sng">
                      <a:solidFill>
                        <a:srgbClr val="D0D0D0"/>
                      </a:solidFill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12E51"/>
                          </a:solidFill>
                          <a:latin typeface="Arial"/>
                        </a:rPr>
                        <a:t>Early Adopters</a:t>
                      </a:r>
                    </a:p>
                  </a:txBody>
                  <a:tcPr marL="73152" marR="45720" marT="27432" marB="27432">
                    <a:solidFill>
                      <a:srgbClr val="FFF0F8"/>
                    </a:solidFill>
                    <a:lnL w="6350" cmpd="sng">
                      <a:solidFill>
                        <a:srgbClr val="D0D0D0"/>
                      </a:solidFill>
                    </a:lnL>
                    <a:lnR w="6350" cmpd="sng">
                      <a:solidFill>
                        <a:srgbClr val="D0D0D0"/>
                      </a:solidFill>
                    </a:lnR>
                    <a:lnT w="6350" cmpd="sng">
                      <a:solidFill>
                        <a:srgbClr val="D0D0D0"/>
                      </a:solidFill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B1B1B"/>
                          </a:solidFill>
                          <a:latin typeface="Arial"/>
                        </a:rPr>
                        <a:t>Self-service infra, golden paths</a:t>
                      </a:r>
                    </a:p>
                  </a:txBody>
                  <a:tcPr marL="73152" marR="45720" marT="27432" marB="27432">
                    <a:solidFill>
                      <a:srgbClr val="FFF0F8"/>
                    </a:solidFill>
                    <a:lnL w="6350" cmpd="sng">
                      <a:solidFill>
                        <a:srgbClr val="D0D0D0"/>
                      </a:solidFill>
                    </a:lnL>
                    <a:lnR w="6350" cmpd="sng">
                      <a:solidFill>
                        <a:srgbClr val="D0D0D0"/>
                      </a:solidFill>
                    </a:lnR>
                    <a:lnT w="6350" cmpd="sng">
                      <a:solidFill>
                        <a:srgbClr val="D0D0D0"/>
                      </a:solidFill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B1B1B"/>
                          </a:solidFill>
                          <a:latin typeface="Arial"/>
                        </a:rPr>
                        <a:t>8 volunteer teams</a:t>
                      </a:r>
                    </a:p>
                  </a:txBody>
                  <a:tcPr marL="73152" marR="45720" marT="27432" marB="27432">
                    <a:solidFill>
                      <a:srgbClr val="FFF0F8"/>
                    </a:solidFill>
                    <a:lnL w="6350" cmpd="sng">
                      <a:solidFill>
                        <a:srgbClr val="D0D0D0"/>
                      </a:solidFill>
                    </a:lnL>
                    <a:lnR w="6350" cmpd="sng">
                      <a:solidFill>
                        <a:srgbClr val="D0D0D0"/>
                      </a:solidFill>
                    </a:lnR>
                    <a:lnT w="6350" cmpd="sng">
                      <a:solidFill>
                        <a:srgbClr val="D0D0D0"/>
                      </a:solidFill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B1B1B"/>
                          </a:solidFill>
                          <a:latin typeface="Arial"/>
                        </a:rPr>
                        <a:t>Q3 2026</a:t>
                      </a:r>
                    </a:p>
                  </a:txBody>
                  <a:tcPr marL="73152" marR="45720" marT="27432" marB="27432">
                    <a:solidFill>
                      <a:srgbClr val="FFF0F8"/>
                    </a:solidFill>
                    <a:lnL w="6350" cmpd="sng">
                      <a:solidFill>
                        <a:srgbClr val="D0D0D0"/>
                      </a:solidFill>
                    </a:lnL>
                    <a:lnR w="6350" cmpd="sng">
                      <a:solidFill>
                        <a:srgbClr val="D0D0D0"/>
                      </a:solidFill>
                    </a:lnR>
                    <a:lnT w="6350" cmpd="sng">
                      <a:solidFill>
                        <a:srgbClr val="D0D0D0"/>
                      </a:solidFill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12E51"/>
                          </a:solidFill>
                          <a:latin typeface="Arial"/>
                        </a:rPr>
                        <a:t>Scaling</a:t>
                      </a:r>
                    </a:p>
                  </a:txBody>
                  <a:tcPr marL="73152" marR="45720" marT="27432" marB="27432">
                    <a:lnL w="6350" cmpd="sng">
                      <a:solidFill>
                        <a:srgbClr val="D0D0D0"/>
                      </a:solidFill>
                    </a:lnL>
                    <a:lnR w="6350" cmpd="sng">
                      <a:solidFill>
                        <a:srgbClr val="D0D0D0"/>
                      </a:solidFill>
                    </a:lnR>
                    <a:lnT w="6350" cmpd="sng">
                      <a:solidFill>
                        <a:srgbClr val="D0D0D0"/>
                      </a:solidFill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B1B1B"/>
                          </a:solidFill>
                          <a:latin typeface="Arial"/>
                        </a:rPr>
                        <a:t>Full observability, cost tooling</a:t>
                      </a:r>
                    </a:p>
                  </a:txBody>
                  <a:tcPr marL="73152" marR="45720" marT="27432" marB="27432">
                    <a:lnL w="6350" cmpd="sng">
                      <a:solidFill>
                        <a:srgbClr val="D0D0D0"/>
                      </a:solidFill>
                    </a:lnL>
                    <a:lnR w="6350" cmpd="sng">
                      <a:solidFill>
                        <a:srgbClr val="D0D0D0"/>
                      </a:solidFill>
                    </a:lnR>
                    <a:lnT w="6350" cmpd="sng">
                      <a:solidFill>
                        <a:srgbClr val="D0D0D0"/>
                      </a:solidFill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B1B1B"/>
                          </a:solidFill>
                          <a:latin typeface="Arial"/>
                        </a:rPr>
                        <a:t>All engineering (24 teams)</a:t>
                      </a:r>
                    </a:p>
                  </a:txBody>
                  <a:tcPr marL="73152" marR="45720" marT="27432" marB="27432">
                    <a:lnL w="6350" cmpd="sng">
                      <a:solidFill>
                        <a:srgbClr val="D0D0D0"/>
                      </a:solidFill>
                    </a:lnL>
                    <a:lnR w="6350" cmpd="sng">
                      <a:solidFill>
                        <a:srgbClr val="D0D0D0"/>
                      </a:solidFill>
                    </a:lnR>
                    <a:lnT w="6350" cmpd="sng">
                      <a:solidFill>
                        <a:srgbClr val="D0D0D0"/>
                      </a:solidFill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B1B1B"/>
                          </a:solidFill>
                          <a:latin typeface="Arial"/>
                        </a:rPr>
                        <a:t>Q4 2026</a:t>
                      </a:r>
                    </a:p>
                  </a:txBody>
                  <a:tcPr marL="73152" marR="45720" marT="27432" marB="27432">
                    <a:lnL w="6350" cmpd="sng">
                      <a:solidFill>
                        <a:srgbClr val="D0D0D0"/>
                      </a:solidFill>
                    </a:lnL>
                    <a:lnR w="6350" cmpd="sng">
                      <a:solidFill>
                        <a:srgbClr val="D0D0D0"/>
                      </a:solidFill>
                    </a:lnR>
                    <a:lnT w="6350" cmpd="sng">
                      <a:solidFill>
                        <a:srgbClr val="D0D0D0"/>
                      </a:solidFill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12E51"/>
                          </a:solidFill>
                          <a:latin typeface="Arial"/>
                        </a:rPr>
                        <a:t>Maturity</a:t>
                      </a:r>
                    </a:p>
                  </a:txBody>
                  <a:tcPr marL="73152" marR="45720" marT="27432" marB="27432">
                    <a:solidFill>
                      <a:srgbClr val="FFF0F8"/>
                    </a:solidFill>
                    <a:lnL w="6350" cmpd="sng">
                      <a:solidFill>
                        <a:srgbClr val="D0D0D0"/>
                      </a:solidFill>
                    </a:lnL>
                    <a:lnR w="6350" cmpd="sng">
                      <a:solidFill>
                        <a:srgbClr val="D0D0D0"/>
                      </a:solidFill>
                    </a:lnR>
                    <a:lnT w="635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B1B1B"/>
                          </a:solidFill>
                          <a:latin typeface="Arial"/>
                        </a:rPr>
                        <a:t>Self-service everything, metrics-driven</a:t>
                      </a:r>
                    </a:p>
                  </a:txBody>
                  <a:tcPr marL="73152" marR="45720" marT="27432" marB="27432">
                    <a:solidFill>
                      <a:srgbClr val="FFF0F8"/>
                    </a:solidFill>
                    <a:lnL w="6350" cmpd="sng">
                      <a:solidFill>
                        <a:srgbClr val="D0D0D0"/>
                      </a:solidFill>
                    </a:lnL>
                    <a:lnR w="6350" cmpd="sng">
                      <a:solidFill>
                        <a:srgbClr val="D0D0D0"/>
                      </a:solidFill>
                    </a:lnR>
                    <a:lnT w="635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B1B1B"/>
                          </a:solidFill>
                          <a:latin typeface="Arial"/>
                        </a:rPr>
                        <a:t>Organization-wide</a:t>
                      </a:r>
                    </a:p>
                  </a:txBody>
                  <a:tcPr marL="73152" marR="45720" marT="27432" marB="27432">
                    <a:solidFill>
                      <a:srgbClr val="FFF0F8"/>
                    </a:solidFill>
                    <a:lnL w="6350" cmpd="sng">
                      <a:solidFill>
                        <a:srgbClr val="D0D0D0"/>
                      </a:solidFill>
                    </a:lnL>
                    <a:lnR w="6350" cmpd="sng">
                      <a:solidFill>
                        <a:srgbClr val="D0D0D0"/>
                      </a:solidFill>
                    </a:lnR>
                    <a:lnT w="635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B1B1B"/>
                          </a:solidFill>
                          <a:latin typeface="Arial"/>
                        </a:rPr>
                        <a:t>Q1 2027</a:t>
                      </a:r>
                    </a:p>
                  </a:txBody>
                  <a:tcPr marL="73152" marR="45720" marT="27432" marB="27432">
                    <a:solidFill>
                      <a:srgbClr val="FFF0F8"/>
                    </a:solidFill>
                    <a:lnL w="6350" cmpd="sng">
                      <a:solidFill>
                        <a:srgbClr val="D0D0D0"/>
                      </a:solidFill>
                    </a:lnL>
                    <a:lnR w="6350" cmpd="sng">
                      <a:solidFill>
                        <a:srgbClr val="D0D0D0"/>
                      </a:solidFill>
                    </a:lnR>
                    <a:lnT w="635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Engineering Roadmap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0040" y="4745736"/>
            <a:ext cx="3931920" cy="155448"/>
          </a:xfrm>
        </p:spPr>
        <p:txBody>
          <a:bodyPr wrap="none"/>
          <a:lstStyle/>
          <a:p>
            <a:pPr algn="ctr"/>
            <a:r>
              <a:t>Project Horizon: Next-Gen Developer Platform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>
          <a:xfrm>
            <a:off x="4892040" y="4745736"/>
            <a:ext cx="3931920" cy="155448"/>
          </a:xfrm>
        </p:spPr>
        <p:txBody>
          <a:bodyPr wrap="none"/>
          <a:lstStyle/>
          <a:p>
            <a:pPr algn="ctr"/>
            <a:r>
              <a:t>2026-Q2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777240"/>
            <a:ext cx="121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112E51"/>
                </a:solidFill>
                <a:latin typeface="Arial"/>
              </a:rPr>
              <a:t>Phase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27960" y="777240"/>
            <a:ext cx="121919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112E51"/>
                </a:solidFill>
                <a:latin typeface="Arial"/>
              </a:rPr>
              <a:t>Phase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47160" y="777240"/>
            <a:ext cx="121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112E51"/>
                </a:solidFill>
                <a:latin typeface="Arial"/>
              </a:rPr>
              <a:t>Phase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66360" y="777240"/>
            <a:ext cx="121919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112E51"/>
                </a:solidFill>
                <a:latin typeface="Arial"/>
              </a:rPr>
              <a:t>Phase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85559" y="777240"/>
            <a:ext cx="121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112E51"/>
                </a:solidFill>
                <a:latin typeface="Arial"/>
              </a:rPr>
              <a:t>Phase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04760" y="777240"/>
            <a:ext cx="121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112E51"/>
                </a:solidFill>
                <a:latin typeface="Arial"/>
              </a:rPr>
              <a:t>Phase 6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508760" y="1097280"/>
            <a:ext cx="7315200" cy="0"/>
          </a:xfrm>
          <a:prstGeom prst="line">
            <a:avLst/>
          </a:prstGeom>
          <a:ln w="12700">
            <a:solidFill>
              <a:srgbClr val="112E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727960" y="1097280"/>
            <a:ext cx="0" cy="3383280"/>
          </a:xfrm>
          <a:prstGeom prst="line">
            <a:avLst/>
          </a:prstGeom>
          <a:ln w="6350">
            <a:solidFill>
              <a:srgbClr val="AEB0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947160" y="1097280"/>
            <a:ext cx="0" cy="3383280"/>
          </a:xfrm>
          <a:prstGeom prst="line">
            <a:avLst/>
          </a:prstGeom>
          <a:ln w="6350">
            <a:solidFill>
              <a:srgbClr val="AEB0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166360" y="1097280"/>
            <a:ext cx="0" cy="3383280"/>
          </a:xfrm>
          <a:prstGeom prst="line">
            <a:avLst/>
          </a:prstGeom>
          <a:ln w="6350">
            <a:solidFill>
              <a:srgbClr val="AEB0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385559" y="1097280"/>
            <a:ext cx="0" cy="3383280"/>
          </a:xfrm>
          <a:prstGeom prst="line">
            <a:avLst/>
          </a:prstGeom>
          <a:ln w="6350">
            <a:solidFill>
              <a:srgbClr val="AEB0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604760" y="1097280"/>
            <a:ext cx="0" cy="3383280"/>
          </a:xfrm>
          <a:prstGeom prst="line">
            <a:avLst/>
          </a:prstGeom>
          <a:ln w="6350">
            <a:solidFill>
              <a:srgbClr val="AEB0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20040" y="118872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12E51"/>
                </a:solidFill>
                <a:latin typeface="Arial"/>
              </a:rPr>
              <a:t>Infrastructure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64536" y="1261872"/>
            <a:ext cx="2365248" cy="256032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112E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19400" y="1261872"/>
            <a:ext cx="2255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112E51"/>
                </a:solidFill>
                <a:latin typeface="Arial"/>
              </a:rPr>
              <a:t>Terraform modules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83736" y="1572768"/>
            <a:ext cx="3584448" cy="256032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112E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38599" y="1572768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112E51"/>
                </a:solidFill>
                <a:latin typeface="Arial"/>
              </a:rPr>
              <a:t>Environment provisioning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228600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12E51"/>
                </a:solidFill>
                <a:latin typeface="Arial"/>
              </a:rPr>
              <a:t>CI/CD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20040" y="2286000"/>
            <a:ext cx="8503920" cy="0"/>
          </a:xfrm>
          <a:prstGeom prst="line">
            <a:avLst/>
          </a:prstGeom>
          <a:ln w="6350">
            <a:solidFill>
              <a:srgbClr val="AEB0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2764536" y="2359152"/>
            <a:ext cx="3584447" cy="256032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112E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19400" y="2359152"/>
            <a:ext cx="34747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112E51"/>
                </a:solidFill>
                <a:latin typeface="Arial"/>
              </a:rPr>
              <a:t>Pipeline standardization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202936" y="2670048"/>
            <a:ext cx="3584448" cy="256032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112E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57800" y="2670048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112E51"/>
                </a:solidFill>
                <a:latin typeface="Arial"/>
              </a:rPr>
              <a:t>Canary deploys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" y="338328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12E51"/>
                </a:solidFill>
                <a:latin typeface="Arial"/>
              </a:rPr>
              <a:t>Developer Experience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20040" y="3383280"/>
            <a:ext cx="8503920" cy="0"/>
          </a:xfrm>
          <a:prstGeom prst="line">
            <a:avLst/>
          </a:prstGeom>
          <a:ln w="6350">
            <a:solidFill>
              <a:srgbClr val="AEB0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3983736" y="3456432"/>
            <a:ext cx="3584448" cy="256032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112E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038599" y="3456432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112E51"/>
                </a:solidFill>
                <a:latin typeface="Arial"/>
              </a:rPr>
              <a:t>Service catalog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22135" y="3767328"/>
            <a:ext cx="2365248" cy="256032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112E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76999" y="3767328"/>
            <a:ext cx="2255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112E51"/>
                </a:solidFill>
                <a:latin typeface="Arial"/>
              </a:rPr>
              <a:t>Golden path templates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Target Metrics — By End of Q4 2026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0040" y="4745736"/>
            <a:ext cx="3931920" cy="155448"/>
          </a:xfrm>
        </p:spPr>
        <p:txBody>
          <a:bodyPr wrap="none"/>
          <a:lstStyle/>
          <a:p>
            <a:pPr algn="ctr"/>
            <a:r>
              <a:t>Project Horizon: Next-Gen Developer Platform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>
          <a:xfrm>
            <a:off x="4892040" y="4745736"/>
            <a:ext cx="3931920" cy="155448"/>
          </a:xfrm>
        </p:spPr>
        <p:txBody>
          <a:bodyPr wrap="none"/>
          <a:lstStyle/>
          <a:p>
            <a:pPr algn="ctr"/>
            <a:r>
              <a:t>2026-Q2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1851660"/>
            <a:ext cx="2043684" cy="16459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1961388"/>
            <a:ext cx="1824228" cy="56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>
                <a:solidFill>
                  <a:srgbClr val="112E51"/>
                </a:solidFill>
                <a:latin typeface="Arial"/>
              </a:rPr>
              <a:t>&lt; 5 min</a:t>
            </a:r>
            <a:r>
              <a:rPr sz="1400">
                <a:solidFill>
                  <a:srgbClr val="E85D5D"/>
                </a:solidFill>
                <a:latin typeface="Arial"/>
              </a:rPr>
              <a:t> 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" y="3210052"/>
            <a:ext cx="1824228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1B1B1B"/>
                </a:solidFill>
                <a:latin typeface="Arial"/>
              </a:rPr>
              <a:t>Deploy Time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73452" y="1851660"/>
            <a:ext cx="2043684" cy="16459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83180" y="1961388"/>
            <a:ext cx="1824228" cy="4978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>
                <a:solidFill>
                  <a:srgbClr val="112E51"/>
                </a:solidFill>
                <a:latin typeface="Arial"/>
              </a:rPr>
              <a:t>&lt; 30 min</a:t>
            </a:r>
            <a:r>
              <a:rPr sz="1400">
                <a:solidFill>
                  <a:srgbClr val="E85D5D"/>
                </a:solidFill>
                <a:latin typeface="Arial"/>
              </a:rPr>
              <a:t> 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83180" y="3210052"/>
            <a:ext cx="1824228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1B1B1B"/>
                </a:solidFill>
                <a:latin typeface="Arial"/>
              </a:rPr>
              <a:t>Mean Time to Recovery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26864" y="1851660"/>
            <a:ext cx="2043684" cy="16459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36592" y="1961388"/>
            <a:ext cx="1824228" cy="56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>
                <a:solidFill>
                  <a:srgbClr val="112E51"/>
                </a:solidFill>
                <a:latin typeface="Arial"/>
              </a:rPr>
              <a:t>85%</a:t>
            </a:r>
            <a:r>
              <a:rPr sz="1400">
                <a:solidFill>
                  <a:srgbClr val="4EC98B"/>
                </a:solidFill>
                <a:latin typeface="Arial"/>
              </a:rPr>
              <a:t> 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36592" y="3210052"/>
            <a:ext cx="1824228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1B1B1B"/>
                </a:solidFill>
                <a:latin typeface="Arial"/>
              </a:rPr>
              <a:t>Developer Satisfaction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80276" y="1851660"/>
            <a:ext cx="2043684" cy="16459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90004" y="1961388"/>
            <a:ext cx="1824228" cy="56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>
                <a:solidFill>
                  <a:srgbClr val="112E51"/>
                </a:solidFill>
                <a:latin typeface="Arial"/>
              </a:rPr>
              <a:t>2 days</a:t>
            </a:r>
            <a:r>
              <a:rPr sz="1400">
                <a:solidFill>
                  <a:srgbClr val="E85D5D"/>
                </a:solidFill>
                <a:latin typeface="Arial"/>
              </a:rPr>
              <a:t> 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90004" y="3210052"/>
            <a:ext cx="1824228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1B1B1B"/>
                </a:solidFill>
                <a:latin typeface="Arial"/>
              </a:rPr>
              <a:t>New Engineer Onboarding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Build vs Buy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0040" y="4745736"/>
            <a:ext cx="3931920" cy="155448"/>
          </a:xfrm>
        </p:spPr>
        <p:txBody>
          <a:bodyPr wrap="none"/>
          <a:lstStyle/>
          <a:p>
            <a:pPr algn="ctr"/>
            <a:r>
              <a:t>Project Horizon: Next-Gen Developer Platform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>
          <a:xfrm>
            <a:off x="4892040" y="4745736"/>
            <a:ext cx="3931920" cy="155448"/>
          </a:xfrm>
        </p:spPr>
        <p:txBody>
          <a:bodyPr wrap="none"/>
          <a:lstStyle/>
          <a:p>
            <a:pPr algn="ctr"/>
            <a:r>
              <a:t>2026-Q2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2080260"/>
            <a:ext cx="4160520" cy="365760"/>
          </a:xfrm>
          <a:prstGeom prst="roundRect">
            <a:avLst/>
          </a:prstGeom>
          <a:solidFill>
            <a:srgbClr val="2E8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>
                <a:solidFill>
                  <a:srgbClr val="FFFFFF"/>
                </a:solidFill>
                <a:latin typeface="Arial"/>
              </a:rPr>
              <a:t>✓  Strengths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2446020"/>
            <a:ext cx="4160520" cy="822959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2500884"/>
            <a:ext cx="39410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8540"/>
                </a:solidFill>
                <a:latin typeface="Arial"/>
              </a:rPr>
              <a:t>✓  </a:t>
            </a:r>
            <a:r>
              <a:rPr sz="900">
                <a:solidFill>
                  <a:srgbClr val="1B1B1B"/>
                </a:solidFill>
                <a:latin typeface="Arial"/>
              </a:rPr>
              <a:t>Full control over developer experience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2775204"/>
            <a:ext cx="39410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8540"/>
                </a:solidFill>
                <a:latin typeface="Arial"/>
              </a:rPr>
              <a:t>✓  </a:t>
            </a:r>
            <a:r>
              <a:rPr sz="900">
                <a:solidFill>
                  <a:srgbClr val="1B1B1B"/>
                </a:solidFill>
                <a:latin typeface="Arial"/>
              </a:rPr>
              <a:t>Deep integration with existing systems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" y="3049524"/>
            <a:ext cx="39410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8540"/>
                </a:solidFill>
                <a:latin typeface="Arial"/>
              </a:rPr>
              <a:t>✓  </a:t>
            </a:r>
            <a:r>
              <a:rPr sz="900">
                <a:solidFill>
                  <a:srgbClr val="1B1B1B"/>
                </a:solidFill>
                <a:latin typeface="Arial"/>
              </a:rPr>
              <a:t>No per-seat licensing costs at scale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2080260"/>
            <a:ext cx="4160520" cy="365760"/>
          </a:xfrm>
          <a:prstGeom prst="roundRect">
            <a:avLst/>
          </a:prstGeom>
          <a:solidFill>
            <a:srgbClr val="CD2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>
                <a:solidFill>
                  <a:srgbClr val="FFFFFF"/>
                </a:solidFill>
                <a:latin typeface="Arial"/>
              </a:rPr>
              <a:t>✗  Risks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2446020"/>
            <a:ext cx="4160520" cy="822959"/>
          </a:xfrm>
          <a:prstGeom prst="roundRect">
            <a:avLst/>
          </a:prstGeom>
          <a:solidFill>
            <a:srgbClr val="FD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73168" y="2500884"/>
            <a:ext cx="39410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CD2026"/>
                </a:solidFill>
                <a:latin typeface="Arial"/>
              </a:rPr>
              <a:t>✗  </a:t>
            </a:r>
            <a:r>
              <a:rPr sz="900">
                <a:solidFill>
                  <a:srgbClr val="1B1B1B"/>
                </a:solidFill>
                <a:latin typeface="Arial"/>
              </a:rPr>
              <a:t>Faster initial time to value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3168" y="2775204"/>
            <a:ext cx="39410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CD2026"/>
                </a:solidFill>
                <a:latin typeface="Arial"/>
              </a:rPr>
              <a:t>✗  </a:t>
            </a:r>
            <a:r>
              <a:rPr sz="900">
                <a:solidFill>
                  <a:srgbClr val="1B1B1B"/>
                </a:solidFill>
                <a:latin typeface="Arial"/>
              </a:rPr>
              <a:t>Reduced operational burden on platform team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73168" y="3049524"/>
            <a:ext cx="39410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CD2026"/>
                </a:solidFill>
                <a:latin typeface="Arial"/>
              </a:rPr>
              <a:t>✗  </a:t>
            </a:r>
            <a:r>
              <a:rPr sz="900">
                <a:solidFill>
                  <a:srgbClr val="1B1B1B"/>
                </a:solidFill>
                <a:latin typeface="Arial"/>
              </a:rPr>
              <a:t>Built-in compliance and audit features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Projected Impact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0040" y="4745736"/>
            <a:ext cx="3931920" cy="155448"/>
          </a:xfrm>
        </p:spPr>
        <p:txBody>
          <a:bodyPr wrap="none"/>
          <a:lstStyle/>
          <a:p>
            <a:pPr algn="ctr"/>
            <a:r>
              <a:t>Project Horizon: Next-Gen Developer Platform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>
          <a:xfrm>
            <a:off x="4892040" y="4745736"/>
            <a:ext cx="3931920" cy="155448"/>
          </a:xfrm>
        </p:spPr>
        <p:txBody>
          <a:bodyPr wrap="none"/>
          <a:lstStyle/>
          <a:p>
            <a:pPr algn="ctr"/>
            <a:r>
              <a:t>2026-Q2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0434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>
                <a:solidFill>
                  <a:srgbClr val="112E51"/>
                </a:solidFill>
                <a:latin typeface="Arial"/>
              </a:rPr>
              <a:t>10x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075940"/>
            <a:ext cx="5486400" cy="56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1B1B1B"/>
                </a:solidFill>
                <a:latin typeface="Arial"/>
              </a:rPr>
              <a:t>Improvement in deployment frequency by end of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0040" y="4745736"/>
            <a:ext cx="3931920" cy="155448"/>
          </a:xfrm>
        </p:spPr>
        <p:txBody>
          <a:bodyPr wrap="none"/>
          <a:lstStyle/>
          <a:p>
            <a:pPr algn="ctr"/>
            <a:r>
              <a:t>Project Horizon: Next-Gen Developer Platform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>
          <a:xfrm>
            <a:off x="4892040" y="4745736"/>
            <a:ext cx="3931920" cy="155448"/>
          </a:xfrm>
        </p:spPr>
        <p:txBody>
          <a:bodyPr wrap="none"/>
          <a:lstStyle/>
          <a:p>
            <a:pPr algn="ctr"/>
            <a:r>
              <a:t>2026-Q2</a:t>
            </a:r>
          </a:p>
        </p:txBody>
      </p:sp>
      <p:pic>
        <p:nvPicPr>
          <p:cNvPr id="5" name="Picture 4" descr="title-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389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1610360"/>
            <a:ext cx="7315200" cy="85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>
                <a:solidFill>
                  <a:srgbClr val="FFFFFF"/>
                </a:solidFill>
                <a:latin typeface="Arial"/>
              </a:rPr>
              <a:t>Questions?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646680"/>
            <a:ext cx="6400800" cy="28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FFFFFF"/>
                </a:solidFill>
                <a:latin typeface="Arial"/>
              </a:rPr>
              <a:t>Platform Engineering 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3205480"/>
            <a:ext cx="5486400" cy="21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FFFFFF"/>
                </a:solidFill>
                <a:latin typeface="Arial"/>
              </a:rPr>
              <a:t>platform-eng@</a:t>
            </a:r>
            <a:r>
              <a:rPr sz="1200" u="sng">
                <a:solidFill>
                  <a:srgbClr val="2B6CB0"/>
                </a:solidFill>
                <a:latin typeface="Arial"/>
                <a:hlinkClick r:id="rId3"/>
              </a:rPr>
              <a:t>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Arrive">
  <a:themeElements>
    <a:clrScheme name="Easy Park">
      <a:dk1>
        <a:srgbClr val="112E51"/>
      </a:dk1>
      <a:lt1>
        <a:srgbClr val="FFFFFF"/>
      </a:lt1>
      <a:dk2>
        <a:srgbClr val="205493"/>
      </a:dk2>
      <a:lt2>
        <a:srgbClr val="F1F5F9"/>
      </a:lt2>
      <a:accent1>
        <a:srgbClr val="112E51"/>
      </a:accent1>
      <a:accent2>
        <a:srgbClr val="CFD5DC"/>
      </a:accent2>
      <a:accent3>
        <a:srgbClr val="02BFE7"/>
      </a:accent3>
      <a:accent4>
        <a:srgbClr val="FFFFFF"/>
      </a:accent4>
      <a:accent5>
        <a:srgbClr val="0A1B30"/>
      </a:accent5>
      <a:accent6>
        <a:srgbClr val="F1F5F9"/>
      </a:accent6>
      <a:hlink>
        <a:srgbClr val="205493"/>
      </a:hlink>
      <a:folHlink>
        <a:srgbClr val="163A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112E51"/>
      </a:dk1>
      <a:lt1>
        <a:srgbClr val="FFFFFF"/>
      </a:lt1>
      <a:dk2>
        <a:srgbClr val="205493"/>
      </a:dk2>
      <a:lt2>
        <a:srgbClr val="F1F5F9"/>
      </a:lt2>
      <a:accent1>
        <a:srgbClr val="112E51"/>
      </a:accent1>
      <a:accent2>
        <a:srgbClr val="CFD5DC"/>
      </a:accent2>
      <a:accent3>
        <a:srgbClr val="02BFE7"/>
      </a:accent3>
      <a:accent4>
        <a:srgbClr val="FFFFFF"/>
      </a:accent4>
      <a:accent5>
        <a:srgbClr val="0A1B30"/>
      </a:accent5>
      <a:accent6>
        <a:srgbClr val="F1F5F9"/>
      </a:accent6>
      <a:hlink>
        <a:srgbClr val="205493"/>
      </a:hlink>
      <a:folHlink>
        <a:srgbClr val="163A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